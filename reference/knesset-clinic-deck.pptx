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7"/>
  </p:notesMasterIdLst>
  <p:sldIdLst>
    <p:sldId id="256" r:id="rId2"/>
    <p:sldId id="293" r:id="rId3"/>
    <p:sldId id="271" r:id="rId4"/>
    <p:sldId id="289" r:id="rId5"/>
    <p:sldId id="290" r:id="rId6"/>
    <p:sldId id="294" r:id="rId7"/>
    <p:sldId id="261" r:id="rId8"/>
    <p:sldId id="284" r:id="rId9"/>
    <p:sldId id="285" r:id="rId10"/>
    <p:sldId id="262" r:id="rId11"/>
    <p:sldId id="263" r:id="rId12"/>
    <p:sldId id="298" r:id="rId13"/>
    <p:sldId id="264" r:id="rId14"/>
    <p:sldId id="297" r:id="rId15"/>
    <p:sldId id="270" r:id="rId16"/>
    <p:sldId id="275" r:id="rId17"/>
    <p:sldId id="276" r:id="rId18"/>
    <p:sldId id="277" r:id="rId19"/>
    <p:sldId id="280" r:id="rId20"/>
    <p:sldId id="278" r:id="rId21"/>
    <p:sldId id="279" r:id="rId22"/>
    <p:sldId id="283" r:id="rId23"/>
    <p:sldId id="281" r:id="rId24"/>
    <p:sldId id="282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0.xml"/><Relationship Id="rId2" Type="http://schemas.openxmlformats.org/officeDocument/2006/relationships/slide" Target="../slides/slide7.xml"/><Relationship Id="rId1" Type="http://schemas.openxmlformats.org/officeDocument/2006/relationships/slide" Target="../slides/slide5.xml"/><Relationship Id="rId5" Type="http://schemas.openxmlformats.org/officeDocument/2006/relationships/slide" Target="../slides/slide13.xml"/><Relationship Id="rId4" Type="http://schemas.openxmlformats.org/officeDocument/2006/relationships/slide" Target="../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9665751-D11E-4DFE-AD8C-A53394D4EB15}" type="doc">
      <dgm:prSet loTypeId="urn:microsoft.com/office/officeart/2005/8/layout/bProcess3" loCatId="process" qsTypeId="urn:microsoft.com/office/officeart/2005/8/quickstyle/simple1" qsCatId="simple" csTypeId="urn:microsoft.com/office/officeart/2005/8/colors/accent2_4" csCatId="accent2" phldr="1"/>
      <dgm:spPr/>
      <dgm:t>
        <a:bodyPr/>
        <a:lstStyle/>
        <a:p>
          <a:pPr rtl="1"/>
          <a:endParaRPr lang="he-IL"/>
        </a:p>
      </dgm:t>
    </dgm:pt>
    <dgm:pt modelId="{3E19916C-D55D-4907-8019-19839824934E}">
      <dgm:prSet phldrT="[טקסט]"/>
      <dgm:spPr/>
      <dgm:t>
        <a:bodyPr/>
        <a:lstStyle/>
        <a:p>
          <a:pPr rtl="1">
            <a:buAutoNum type="arabicPeriod"/>
          </a:pPr>
          <a:r>
            <a:rPr lang="he-IL" b="1" dirty="0">
              <a:latin typeface="Assistant" panose="00000500000000000000" pitchFamily="2" charset="-79"/>
              <a:cs typeface="Assistant" panose="00000500000000000000" pitchFamily="2" charset="-79"/>
            </a:rPr>
            <a:t>1. גיבוש רעיון להצעת חוק</a:t>
          </a:r>
          <a:endParaRPr lang="he-IL" b="1" dirty="0"/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1" action="ppaction://hlinksldjump"/>
          </dgm14:cNvPr>
        </a:ext>
      </dgm:extLst>
    </dgm:pt>
    <dgm:pt modelId="{1B4AA89E-3BCD-42F2-89F7-551009EFD99C}" type="parTrans" cxnId="{5BF99240-8C1F-492A-AB2D-C493C19F3AD1}">
      <dgm:prSet/>
      <dgm:spPr/>
      <dgm:t>
        <a:bodyPr/>
        <a:lstStyle/>
        <a:p>
          <a:pPr rtl="1"/>
          <a:endParaRPr lang="he-IL" b="1"/>
        </a:p>
      </dgm:t>
    </dgm:pt>
    <dgm:pt modelId="{6190E97A-478D-4304-956B-28C1DB2939F7}" type="sibTrans" cxnId="{5BF99240-8C1F-492A-AB2D-C493C19F3AD1}">
      <dgm:prSet/>
      <dgm:spPr/>
      <dgm:t>
        <a:bodyPr/>
        <a:lstStyle/>
        <a:p>
          <a:pPr rtl="1"/>
          <a:endParaRPr lang="he-IL" b="1"/>
        </a:p>
      </dgm:t>
    </dgm:pt>
    <dgm:pt modelId="{CD5A38DE-5C9F-488E-87A0-47F3EC848FE4}">
      <dgm:prSet/>
      <dgm:spPr/>
      <dgm:t>
        <a:bodyPr/>
        <a:lstStyle/>
        <a:p>
          <a:pPr rtl="1"/>
          <a:r>
            <a:rPr lang="he-IL" b="1" dirty="0">
              <a:latin typeface="Assistant" panose="00000500000000000000" pitchFamily="2" charset="-79"/>
              <a:cs typeface="Assistant" panose="00000500000000000000" pitchFamily="2" charset="-79"/>
            </a:rPr>
            <a:t>2. איתור החוק והסעיפים הרלוונטיים לתיקון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2" action="ppaction://hlinksldjump"/>
          </dgm14:cNvPr>
        </a:ext>
      </dgm:extLst>
    </dgm:pt>
    <dgm:pt modelId="{16B70770-7833-47F1-9AF5-A298C66F7036}" type="parTrans" cxnId="{E7EDC164-22B9-40C5-B31F-D34ED832CC32}">
      <dgm:prSet/>
      <dgm:spPr/>
      <dgm:t>
        <a:bodyPr/>
        <a:lstStyle/>
        <a:p>
          <a:pPr rtl="1"/>
          <a:endParaRPr lang="he-IL" b="1"/>
        </a:p>
      </dgm:t>
    </dgm:pt>
    <dgm:pt modelId="{9B5D7283-BB6E-42C6-B174-DF2EBC38F0CC}" type="sibTrans" cxnId="{E7EDC164-22B9-40C5-B31F-D34ED832CC32}">
      <dgm:prSet/>
      <dgm:spPr/>
      <dgm:t>
        <a:bodyPr/>
        <a:lstStyle/>
        <a:p>
          <a:pPr rtl="1"/>
          <a:endParaRPr lang="he-IL" b="1"/>
        </a:p>
      </dgm:t>
    </dgm:pt>
    <dgm:pt modelId="{567C72D1-520C-49A5-A909-F9E0DB5F92FE}">
      <dgm:prSet/>
      <dgm:spPr/>
      <dgm:t>
        <a:bodyPr/>
        <a:lstStyle/>
        <a:p>
          <a:pPr rtl="1"/>
          <a:r>
            <a:rPr lang="he-IL" b="1" dirty="0">
              <a:latin typeface="Assistant" panose="00000500000000000000" pitchFamily="2" charset="-79"/>
              <a:cs typeface="Assistant" panose="00000500000000000000" pitchFamily="2" charset="-79"/>
            </a:rPr>
            <a:t>3. נוסח משולב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3" action="ppaction://hlinksldjump"/>
          </dgm14:cNvPr>
        </a:ext>
      </dgm:extLst>
    </dgm:pt>
    <dgm:pt modelId="{829D01E0-B33A-409B-A022-7B1041D6319F}" type="parTrans" cxnId="{BF8290A3-5AB0-4C09-9711-70DE6EA13945}">
      <dgm:prSet/>
      <dgm:spPr/>
      <dgm:t>
        <a:bodyPr/>
        <a:lstStyle/>
        <a:p>
          <a:pPr rtl="1"/>
          <a:endParaRPr lang="he-IL" b="1"/>
        </a:p>
      </dgm:t>
    </dgm:pt>
    <dgm:pt modelId="{16A4AEC3-15B9-4C11-90E1-AE47B81D0C54}" type="sibTrans" cxnId="{BF8290A3-5AB0-4C09-9711-70DE6EA13945}">
      <dgm:prSet/>
      <dgm:spPr/>
      <dgm:t>
        <a:bodyPr/>
        <a:lstStyle/>
        <a:p>
          <a:pPr rtl="1"/>
          <a:endParaRPr lang="he-IL" b="1"/>
        </a:p>
      </dgm:t>
    </dgm:pt>
    <dgm:pt modelId="{15E1061E-E3B0-4320-BA36-F2B91852C64A}">
      <dgm:prSet/>
      <dgm:spPr/>
      <dgm:t>
        <a:bodyPr/>
        <a:lstStyle/>
        <a:p>
          <a:pPr rtl="1"/>
          <a:r>
            <a:rPr lang="he-IL" b="1" dirty="0">
              <a:latin typeface="Assistant" panose="00000500000000000000" pitchFamily="2" charset="-79"/>
              <a:cs typeface="Assistant" panose="00000500000000000000" pitchFamily="2" charset="-79"/>
            </a:rPr>
            <a:t>4. ניסוח התיקון המוצע בתבנית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4" action="ppaction://hlinksldjump"/>
          </dgm14:cNvPr>
        </a:ext>
      </dgm:extLst>
    </dgm:pt>
    <dgm:pt modelId="{D541E992-BAF3-4345-A106-3A0086DAC4FF}" type="parTrans" cxnId="{579533D9-FF4A-4418-B737-BC6AA9C79CE9}">
      <dgm:prSet/>
      <dgm:spPr/>
      <dgm:t>
        <a:bodyPr/>
        <a:lstStyle/>
        <a:p>
          <a:pPr rtl="1"/>
          <a:endParaRPr lang="he-IL" b="1"/>
        </a:p>
      </dgm:t>
    </dgm:pt>
    <dgm:pt modelId="{7870C78E-7D57-41D3-9BAB-B36D2373310F}" type="sibTrans" cxnId="{579533D9-FF4A-4418-B737-BC6AA9C79CE9}">
      <dgm:prSet/>
      <dgm:spPr/>
      <dgm:t>
        <a:bodyPr/>
        <a:lstStyle/>
        <a:p>
          <a:pPr rtl="1"/>
          <a:endParaRPr lang="he-IL" b="1"/>
        </a:p>
      </dgm:t>
    </dgm:pt>
    <dgm:pt modelId="{F7D15BF6-01EA-42CF-9AE4-342303C4D6DF}">
      <dgm:prSet/>
      <dgm:spPr/>
      <dgm:t>
        <a:bodyPr/>
        <a:lstStyle/>
        <a:p>
          <a:pPr rtl="1"/>
          <a:r>
            <a:rPr lang="he-IL" b="1" dirty="0">
              <a:latin typeface="Assistant" panose="00000500000000000000" pitchFamily="2" charset="-79"/>
              <a:cs typeface="Assistant" panose="00000500000000000000" pitchFamily="2" charset="-79"/>
            </a:rPr>
            <a:t>5. ניסוח דברי הסבר</a:t>
          </a:r>
        </a:p>
      </dgm:t>
      <dgm:extLst>
        <a:ext uri="{E40237B7-FDA0-4F09-8148-C483321AD2D9}">
          <dgm14:cNvPr xmlns:dgm14="http://schemas.microsoft.com/office/drawing/2010/diagram" id="0" name="">
            <a:hlinkClick xmlns:r="http://schemas.openxmlformats.org/officeDocument/2006/relationships" r:id="rId5" action="ppaction://hlinksldjump"/>
          </dgm14:cNvPr>
        </a:ext>
      </dgm:extLst>
    </dgm:pt>
    <dgm:pt modelId="{CFA9E38D-63BF-4AC0-B96B-01EA942B0619}" type="parTrans" cxnId="{32F5D9C6-DB50-41AA-9209-E8B31666D4C2}">
      <dgm:prSet/>
      <dgm:spPr/>
      <dgm:t>
        <a:bodyPr/>
        <a:lstStyle/>
        <a:p>
          <a:pPr rtl="1"/>
          <a:endParaRPr lang="he-IL" b="1"/>
        </a:p>
      </dgm:t>
    </dgm:pt>
    <dgm:pt modelId="{81408FF0-09FF-42B0-AB9A-8F7B2CB1FF57}" type="sibTrans" cxnId="{32F5D9C6-DB50-41AA-9209-E8B31666D4C2}">
      <dgm:prSet/>
      <dgm:spPr/>
      <dgm:t>
        <a:bodyPr/>
        <a:lstStyle/>
        <a:p>
          <a:pPr rtl="1"/>
          <a:endParaRPr lang="he-IL" b="1"/>
        </a:p>
      </dgm:t>
    </dgm:pt>
    <dgm:pt modelId="{63E90385-B6A9-4472-AF63-9C3A00C8EBA0}" type="pres">
      <dgm:prSet presAssocID="{69665751-D11E-4DFE-AD8C-A53394D4EB15}" presName="Name0" presStyleCnt="0">
        <dgm:presLayoutVars>
          <dgm:dir val="rev"/>
          <dgm:resizeHandles val="exact"/>
        </dgm:presLayoutVars>
      </dgm:prSet>
      <dgm:spPr/>
    </dgm:pt>
    <dgm:pt modelId="{817078FC-6D23-4D26-83B8-CB3484871B5B}" type="pres">
      <dgm:prSet presAssocID="{3E19916C-D55D-4907-8019-19839824934E}" presName="node" presStyleLbl="node1" presStyleIdx="0" presStyleCnt="5">
        <dgm:presLayoutVars>
          <dgm:bulletEnabled val="1"/>
        </dgm:presLayoutVars>
      </dgm:prSet>
      <dgm:spPr/>
    </dgm:pt>
    <dgm:pt modelId="{263897D8-2BDA-4740-9959-CFF47C32041F}" type="pres">
      <dgm:prSet presAssocID="{6190E97A-478D-4304-956B-28C1DB2939F7}" presName="sibTrans" presStyleLbl="sibTrans1D1" presStyleIdx="0" presStyleCnt="4"/>
      <dgm:spPr/>
    </dgm:pt>
    <dgm:pt modelId="{3F3B875B-DB16-4058-A8F7-28CFBBE04862}" type="pres">
      <dgm:prSet presAssocID="{6190E97A-478D-4304-956B-28C1DB2939F7}" presName="connectorText" presStyleLbl="sibTrans1D1" presStyleIdx="0" presStyleCnt="4"/>
      <dgm:spPr/>
    </dgm:pt>
    <dgm:pt modelId="{5FB0DDD3-4564-4B8D-8CC4-9406F4C3BDBF}" type="pres">
      <dgm:prSet presAssocID="{CD5A38DE-5C9F-488E-87A0-47F3EC848FE4}" presName="node" presStyleLbl="node1" presStyleIdx="1" presStyleCnt="5">
        <dgm:presLayoutVars>
          <dgm:bulletEnabled val="1"/>
        </dgm:presLayoutVars>
      </dgm:prSet>
      <dgm:spPr/>
    </dgm:pt>
    <dgm:pt modelId="{A99262A6-C161-40E0-90FD-FCC7DCF41A5A}" type="pres">
      <dgm:prSet presAssocID="{9B5D7283-BB6E-42C6-B174-DF2EBC38F0CC}" presName="sibTrans" presStyleLbl="sibTrans1D1" presStyleIdx="1" presStyleCnt="4"/>
      <dgm:spPr/>
    </dgm:pt>
    <dgm:pt modelId="{B2F50C39-BF5F-4411-ADB6-43218C46853E}" type="pres">
      <dgm:prSet presAssocID="{9B5D7283-BB6E-42C6-B174-DF2EBC38F0CC}" presName="connectorText" presStyleLbl="sibTrans1D1" presStyleIdx="1" presStyleCnt="4"/>
      <dgm:spPr/>
    </dgm:pt>
    <dgm:pt modelId="{B985633A-87E6-4F2C-AB4E-1DE8F9401406}" type="pres">
      <dgm:prSet presAssocID="{567C72D1-520C-49A5-A909-F9E0DB5F92FE}" presName="node" presStyleLbl="node1" presStyleIdx="2" presStyleCnt="5">
        <dgm:presLayoutVars>
          <dgm:bulletEnabled val="1"/>
        </dgm:presLayoutVars>
      </dgm:prSet>
      <dgm:spPr/>
    </dgm:pt>
    <dgm:pt modelId="{D335E3C7-56BF-461C-9E33-70EA7720A599}" type="pres">
      <dgm:prSet presAssocID="{16A4AEC3-15B9-4C11-90E1-AE47B81D0C54}" presName="sibTrans" presStyleLbl="sibTrans1D1" presStyleIdx="2" presStyleCnt="4"/>
      <dgm:spPr/>
    </dgm:pt>
    <dgm:pt modelId="{B9FA160E-8243-4E48-B6CF-2957CE3959F1}" type="pres">
      <dgm:prSet presAssocID="{16A4AEC3-15B9-4C11-90E1-AE47B81D0C54}" presName="connectorText" presStyleLbl="sibTrans1D1" presStyleIdx="2" presStyleCnt="4"/>
      <dgm:spPr/>
    </dgm:pt>
    <dgm:pt modelId="{A8061FFF-0B40-4853-8A43-3874DF339BFB}" type="pres">
      <dgm:prSet presAssocID="{15E1061E-E3B0-4320-BA36-F2B91852C64A}" presName="node" presStyleLbl="node1" presStyleIdx="3" presStyleCnt="5">
        <dgm:presLayoutVars>
          <dgm:bulletEnabled val="1"/>
        </dgm:presLayoutVars>
      </dgm:prSet>
      <dgm:spPr/>
    </dgm:pt>
    <dgm:pt modelId="{8C29D1CF-2265-404D-A56B-1C49206FE31A}" type="pres">
      <dgm:prSet presAssocID="{7870C78E-7D57-41D3-9BAB-B36D2373310F}" presName="sibTrans" presStyleLbl="sibTrans1D1" presStyleIdx="3" presStyleCnt="4"/>
      <dgm:spPr/>
    </dgm:pt>
    <dgm:pt modelId="{90A70EB9-4D04-4E8F-B29B-40A1049D688F}" type="pres">
      <dgm:prSet presAssocID="{7870C78E-7D57-41D3-9BAB-B36D2373310F}" presName="connectorText" presStyleLbl="sibTrans1D1" presStyleIdx="3" presStyleCnt="4"/>
      <dgm:spPr/>
    </dgm:pt>
    <dgm:pt modelId="{78FD0C0E-209D-452A-A197-89D7AEA8A7F5}" type="pres">
      <dgm:prSet presAssocID="{F7D15BF6-01EA-42CF-9AE4-342303C4D6DF}" presName="node" presStyleLbl="node1" presStyleIdx="4" presStyleCnt="5">
        <dgm:presLayoutVars>
          <dgm:bulletEnabled val="1"/>
        </dgm:presLayoutVars>
      </dgm:prSet>
      <dgm:spPr/>
    </dgm:pt>
  </dgm:ptLst>
  <dgm:cxnLst>
    <dgm:cxn modelId="{20A76B2E-64D8-443B-AB9B-B322417211B4}" type="presOf" srcId="{7870C78E-7D57-41D3-9BAB-B36D2373310F}" destId="{8C29D1CF-2265-404D-A56B-1C49206FE31A}" srcOrd="0" destOrd="0" presId="urn:microsoft.com/office/officeart/2005/8/layout/bProcess3"/>
    <dgm:cxn modelId="{1CF55635-6E6C-457D-8BD7-D06BC8A0C9F7}" type="presOf" srcId="{567C72D1-520C-49A5-A909-F9E0DB5F92FE}" destId="{B985633A-87E6-4F2C-AB4E-1DE8F9401406}" srcOrd="0" destOrd="0" presId="urn:microsoft.com/office/officeart/2005/8/layout/bProcess3"/>
    <dgm:cxn modelId="{21E7403A-DF95-491A-B3E2-23CA87D6B709}" type="presOf" srcId="{6190E97A-478D-4304-956B-28C1DB2939F7}" destId="{263897D8-2BDA-4740-9959-CFF47C32041F}" srcOrd="0" destOrd="0" presId="urn:microsoft.com/office/officeart/2005/8/layout/bProcess3"/>
    <dgm:cxn modelId="{5BF99240-8C1F-492A-AB2D-C493C19F3AD1}" srcId="{69665751-D11E-4DFE-AD8C-A53394D4EB15}" destId="{3E19916C-D55D-4907-8019-19839824934E}" srcOrd="0" destOrd="0" parTransId="{1B4AA89E-3BCD-42F2-89F7-551009EFD99C}" sibTransId="{6190E97A-478D-4304-956B-28C1DB2939F7}"/>
    <dgm:cxn modelId="{4E6BF943-C4F6-4329-A1C9-1D7D9A25986E}" type="presOf" srcId="{3E19916C-D55D-4907-8019-19839824934E}" destId="{817078FC-6D23-4D26-83B8-CB3484871B5B}" srcOrd="0" destOrd="0" presId="urn:microsoft.com/office/officeart/2005/8/layout/bProcess3"/>
    <dgm:cxn modelId="{E7EDC164-22B9-40C5-B31F-D34ED832CC32}" srcId="{69665751-D11E-4DFE-AD8C-A53394D4EB15}" destId="{CD5A38DE-5C9F-488E-87A0-47F3EC848FE4}" srcOrd="1" destOrd="0" parTransId="{16B70770-7833-47F1-9AF5-A298C66F7036}" sibTransId="{9B5D7283-BB6E-42C6-B174-DF2EBC38F0CC}"/>
    <dgm:cxn modelId="{23368D47-F009-4F98-A9C8-C6B37E66A9D4}" type="presOf" srcId="{F7D15BF6-01EA-42CF-9AE4-342303C4D6DF}" destId="{78FD0C0E-209D-452A-A197-89D7AEA8A7F5}" srcOrd="0" destOrd="0" presId="urn:microsoft.com/office/officeart/2005/8/layout/bProcess3"/>
    <dgm:cxn modelId="{23065256-DD6B-4798-A5F9-9FE2D7F1C36B}" type="presOf" srcId="{9B5D7283-BB6E-42C6-B174-DF2EBC38F0CC}" destId="{A99262A6-C161-40E0-90FD-FCC7DCF41A5A}" srcOrd="0" destOrd="0" presId="urn:microsoft.com/office/officeart/2005/8/layout/bProcess3"/>
    <dgm:cxn modelId="{8245AE7B-EC52-475D-869D-75D3A2CBC49D}" type="presOf" srcId="{9B5D7283-BB6E-42C6-B174-DF2EBC38F0CC}" destId="{B2F50C39-BF5F-4411-ADB6-43218C46853E}" srcOrd="1" destOrd="0" presId="urn:microsoft.com/office/officeart/2005/8/layout/bProcess3"/>
    <dgm:cxn modelId="{D4EE068F-1730-4913-917B-2D2E6C9C9DA1}" type="presOf" srcId="{16A4AEC3-15B9-4C11-90E1-AE47B81D0C54}" destId="{D335E3C7-56BF-461C-9E33-70EA7720A599}" srcOrd="0" destOrd="0" presId="urn:microsoft.com/office/officeart/2005/8/layout/bProcess3"/>
    <dgm:cxn modelId="{7B856D9B-B723-4525-AB31-DB96CF6962F2}" type="presOf" srcId="{69665751-D11E-4DFE-AD8C-A53394D4EB15}" destId="{63E90385-B6A9-4472-AF63-9C3A00C8EBA0}" srcOrd="0" destOrd="0" presId="urn:microsoft.com/office/officeart/2005/8/layout/bProcess3"/>
    <dgm:cxn modelId="{FFD8F59E-322F-4A55-AEDC-9E075FC30BC8}" type="presOf" srcId="{7870C78E-7D57-41D3-9BAB-B36D2373310F}" destId="{90A70EB9-4D04-4E8F-B29B-40A1049D688F}" srcOrd="1" destOrd="0" presId="urn:microsoft.com/office/officeart/2005/8/layout/bProcess3"/>
    <dgm:cxn modelId="{BF8290A3-5AB0-4C09-9711-70DE6EA13945}" srcId="{69665751-D11E-4DFE-AD8C-A53394D4EB15}" destId="{567C72D1-520C-49A5-A909-F9E0DB5F92FE}" srcOrd="2" destOrd="0" parTransId="{829D01E0-B33A-409B-A022-7B1041D6319F}" sibTransId="{16A4AEC3-15B9-4C11-90E1-AE47B81D0C54}"/>
    <dgm:cxn modelId="{CCBB66B2-9187-4178-A6B8-8FB1168E5D09}" type="presOf" srcId="{CD5A38DE-5C9F-488E-87A0-47F3EC848FE4}" destId="{5FB0DDD3-4564-4B8D-8CC4-9406F4C3BDBF}" srcOrd="0" destOrd="0" presId="urn:microsoft.com/office/officeart/2005/8/layout/bProcess3"/>
    <dgm:cxn modelId="{32F5D9C6-DB50-41AA-9209-E8B31666D4C2}" srcId="{69665751-D11E-4DFE-AD8C-A53394D4EB15}" destId="{F7D15BF6-01EA-42CF-9AE4-342303C4D6DF}" srcOrd="4" destOrd="0" parTransId="{CFA9E38D-63BF-4AC0-B96B-01EA942B0619}" sibTransId="{81408FF0-09FF-42B0-AB9A-8F7B2CB1FF57}"/>
    <dgm:cxn modelId="{579533D9-FF4A-4418-B737-BC6AA9C79CE9}" srcId="{69665751-D11E-4DFE-AD8C-A53394D4EB15}" destId="{15E1061E-E3B0-4320-BA36-F2B91852C64A}" srcOrd="3" destOrd="0" parTransId="{D541E992-BAF3-4345-A106-3A0086DAC4FF}" sibTransId="{7870C78E-7D57-41D3-9BAB-B36D2373310F}"/>
    <dgm:cxn modelId="{FE5D2DE1-52D7-4F8F-B1D6-43771DE73919}" type="presOf" srcId="{15E1061E-E3B0-4320-BA36-F2B91852C64A}" destId="{A8061FFF-0B40-4853-8A43-3874DF339BFB}" srcOrd="0" destOrd="0" presId="urn:microsoft.com/office/officeart/2005/8/layout/bProcess3"/>
    <dgm:cxn modelId="{E43DC0F2-C13B-469D-BD11-9898CF27D496}" type="presOf" srcId="{16A4AEC3-15B9-4C11-90E1-AE47B81D0C54}" destId="{B9FA160E-8243-4E48-B6CF-2957CE3959F1}" srcOrd="1" destOrd="0" presId="urn:microsoft.com/office/officeart/2005/8/layout/bProcess3"/>
    <dgm:cxn modelId="{54D98FF8-5C62-4B14-AEBB-E4AE9D1790AF}" type="presOf" srcId="{6190E97A-478D-4304-956B-28C1DB2939F7}" destId="{3F3B875B-DB16-4058-A8F7-28CFBBE04862}" srcOrd="1" destOrd="0" presId="urn:microsoft.com/office/officeart/2005/8/layout/bProcess3"/>
    <dgm:cxn modelId="{4F60E0F4-DB3A-4BAA-B839-0EEEC48D3103}" type="presParOf" srcId="{63E90385-B6A9-4472-AF63-9C3A00C8EBA0}" destId="{817078FC-6D23-4D26-83B8-CB3484871B5B}" srcOrd="0" destOrd="0" presId="urn:microsoft.com/office/officeart/2005/8/layout/bProcess3"/>
    <dgm:cxn modelId="{C8502FFA-BDEF-46B9-AC58-98C313E5BFA0}" type="presParOf" srcId="{63E90385-B6A9-4472-AF63-9C3A00C8EBA0}" destId="{263897D8-2BDA-4740-9959-CFF47C32041F}" srcOrd="1" destOrd="0" presId="urn:microsoft.com/office/officeart/2005/8/layout/bProcess3"/>
    <dgm:cxn modelId="{B6006B29-3987-485E-AA34-F1FE9AF34844}" type="presParOf" srcId="{263897D8-2BDA-4740-9959-CFF47C32041F}" destId="{3F3B875B-DB16-4058-A8F7-28CFBBE04862}" srcOrd="0" destOrd="0" presId="urn:microsoft.com/office/officeart/2005/8/layout/bProcess3"/>
    <dgm:cxn modelId="{22097F35-944D-4E60-A88C-F8BAAF5BE6BE}" type="presParOf" srcId="{63E90385-B6A9-4472-AF63-9C3A00C8EBA0}" destId="{5FB0DDD3-4564-4B8D-8CC4-9406F4C3BDBF}" srcOrd="2" destOrd="0" presId="urn:microsoft.com/office/officeart/2005/8/layout/bProcess3"/>
    <dgm:cxn modelId="{53B6A001-E5C0-4084-BD4A-1F9C9DA2FA0F}" type="presParOf" srcId="{63E90385-B6A9-4472-AF63-9C3A00C8EBA0}" destId="{A99262A6-C161-40E0-90FD-FCC7DCF41A5A}" srcOrd="3" destOrd="0" presId="urn:microsoft.com/office/officeart/2005/8/layout/bProcess3"/>
    <dgm:cxn modelId="{C70918BA-FF5B-4E4C-964D-B35BE19AA7B2}" type="presParOf" srcId="{A99262A6-C161-40E0-90FD-FCC7DCF41A5A}" destId="{B2F50C39-BF5F-4411-ADB6-43218C46853E}" srcOrd="0" destOrd="0" presId="urn:microsoft.com/office/officeart/2005/8/layout/bProcess3"/>
    <dgm:cxn modelId="{F6C83D27-F325-4DF9-918C-58E7208B4235}" type="presParOf" srcId="{63E90385-B6A9-4472-AF63-9C3A00C8EBA0}" destId="{B985633A-87E6-4F2C-AB4E-1DE8F9401406}" srcOrd="4" destOrd="0" presId="urn:microsoft.com/office/officeart/2005/8/layout/bProcess3"/>
    <dgm:cxn modelId="{CB494970-6D94-4C2F-8E9E-CF2AF3B86415}" type="presParOf" srcId="{63E90385-B6A9-4472-AF63-9C3A00C8EBA0}" destId="{D335E3C7-56BF-461C-9E33-70EA7720A599}" srcOrd="5" destOrd="0" presId="urn:microsoft.com/office/officeart/2005/8/layout/bProcess3"/>
    <dgm:cxn modelId="{5C4BE63F-1816-4F9C-94B2-52D63109C8C1}" type="presParOf" srcId="{D335E3C7-56BF-461C-9E33-70EA7720A599}" destId="{B9FA160E-8243-4E48-B6CF-2957CE3959F1}" srcOrd="0" destOrd="0" presId="urn:microsoft.com/office/officeart/2005/8/layout/bProcess3"/>
    <dgm:cxn modelId="{2018E781-15A0-4E0C-8135-E938C49E671E}" type="presParOf" srcId="{63E90385-B6A9-4472-AF63-9C3A00C8EBA0}" destId="{A8061FFF-0B40-4853-8A43-3874DF339BFB}" srcOrd="6" destOrd="0" presId="urn:microsoft.com/office/officeart/2005/8/layout/bProcess3"/>
    <dgm:cxn modelId="{378D6CC1-DBFF-42EF-9F83-9923068AA9A6}" type="presParOf" srcId="{63E90385-B6A9-4472-AF63-9C3A00C8EBA0}" destId="{8C29D1CF-2265-404D-A56B-1C49206FE31A}" srcOrd="7" destOrd="0" presId="urn:microsoft.com/office/officeart/2005/8/layout/bProcess3"/>
    <dgm:cxn modelId="{5BB34559-AB96-4AE3-A21C-2461FFEAC076}" type="presParOf" srcId="{8C29D1CF-2265-404D-A56B-1C49206FE31A}" destId="{90A70EB9-4D04-4E8F-B29B-40A1049D688F}" srcOrd="0" destOrd="0" presId="urn:microsoft.com/office/officeart/2005/8/layout/bProcess3"/>
    <dgm:cxn modelId="{004848C9-0E62-4C8B-B4A8-15F6269CADC3}" type="presParOf" srcId="{63E90385-B6A9-4472-AF63-9C3A00C8EBA0}" destId="{78FD0C0E-209D-452A-A197-89D7AEA8A7F5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CF1AA8-A86B-4BFC-9FD6-7E43E1E11A3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682A107D-6E46-4C5D-9679-9AAB8BF1A306}">
      <dgm:prSet phldrT="[טקסט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1"/>
          <a:r>
            <a:rPr lang="he-IL" sz="1800" b="1" dirty="0">
              <a:latin typeface="Assistant" panose="00000500000000000000" pitchFamily="2" charset="-79"/>
              <a:cs typeface="Assistant" panose="00000500000000000000" pitchFamily="2" charset="-79"/>
            </a:rPr>
            <a:t>האם הצעה דומה/זהה כבר הוגשה?</a:t>
          </a:r>
        </a:p>
      </dgm:t>
    </dgm:pt>
    <dgm:pt modelId="{CB0710EE-F050-4F54-AD34-6DE4B29F2E1E}" type="parTrans" cxnId="{D1B298A4-3A2A-4E37-BE8E-86C3FEB4FF82}">
      <dgm:prSet/>
      <dgm:spPr/>
      <dgm:t>
        <a:bodyPr/>
        <a:lstStyle/>
        <a:p>
          <a:pPr rtl="1"/>
          <a:endParaRPr lang="he-IL" sz="2000" b="1"/>
        </a:p>
      </dgm:t>
    </dgm:pt>
    <dgm:pt modelId="{08CF65D2-F77C-4C29-ACE7-99D43AE2E96D}" type="sibTrans" cxnId="{D1B298A4-3A2A-4E37-BE8E-86C3FEB4FF82}">
      <dgm:prSet/>
      <dgm:spPr/>
      <dgm:t>
        <a:bodyPr/>
        <a:lstStyle/>
        <a:p>
          <a:pPr rtl="1"/>
          <a:endParaRPr lang="he-IL" sz="2000" b="1"/>
        </a:p>
      </dgm:t>
    </dgm:pt>
    <dgm:pt modelId="{C126DF5B-672F-4051-B7E2-43AACEA457BB}">
      <dgm:prSet phldrT="[טקסט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1"/>
          <a:r>
            <a:rPr lang="he-IL" sz="1600" b="1" dirty="0">
              <a:latin typeface="Assistant" panose="00000500000000000000" pitchFamily="2" charset="-79"/>
              <a:cs typeface="Assistant" panose="00000500000000000000" pitchFamily="2" charset="-79"/>
            </a:rPr>
            <a:t>התייעצות עם גורמים רלוונטיים</a:t>
          </a:r>
        </a:p>
      </dgm:t>
    </dgm:pt>
    <dgm:pt modelId="{7CE224D2-6184-4913-AEC8-C47B761E293F}" type="parTrans" cxnId="{F226D80F-EB0F-4AEC-844F-A6F80BCA3A5D}">
      <dgm:prSet/>
      <dgm:spPr/>
      <dgm:t>
        <a:bodyPr/>
        <a:lstStyle/>
        <a:p>
          <a:pPr rtl="1"/>
          <a:endParaRPr lang="he-IL" sz="2000" b="1"/>
        </a:p>
      </dgm:t>
    </dgm:pt>
    <dgm:pt modelId="{ACC3FA81-CD99-423A-80BA-85A836EE7E2B}" type="sibTrans" cxnId="{F226D80F-EB0F-4AEC-844F-A6F80BCA3A5D}">
      <dgm:prSet/>
      <dgm:spPr/>
      <dgm:t>
        <a:bodyPr/>
        <a:lstStyle/>
        <a:p>
          <a:pPr rtl="1"/>
          <a:endParaRPr lang="he-IL" sz="2000" b="1"/>
        </a:p>
      </dgm:t>
    </dgm:pt>
    <dgm:pt modelId="{743740A6-80BA-4B0A-9724-4FD4793AB705}">
      <dgm:prSet phldrT="[טקסט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1"/>
          <a:r>
            <a:rPr lang="he-IL" sz="1800" b="1" dirty="0">
              <a:latin typeface="Assistant" panose="00000500000000000000" pitchFamily="2" charset="-79"/>
              <a:cs typeface="Assistant" panose="00000500000000000000" pitchFamily="2" charset="-79"/>
            </a:rPr>
            <a:t>ניסוח טיוטה ראשונית לדברי ההסבר</a:t>
          </a:r>
        </a:p>
      </dgm:t>
    </dgm:pt>
    <dgm:pt modelId="{3D574BA7-8662-4AEF-A9B2-423CFC7B7B8F}" type="parTrans" cxnId="{9BB98C3B-E391-4727-A05A-0F219F222964}">
      <dgm:prSet/>
      <dgm:spPr/>
      <dgm:t>
        <a:bodyPr/>
        <a:lstStyle/>
        <a:p>
          <a:pPr rtl="1"/>
          <a:endParaRPr lang="he-IL" sz="2000" b="1"/>
        </a:p>
      </dgm:t>
    </dgm:pt>
    <dgm:pt modelId="{8DFF665D-E6E6-4A7D-AD70-2BED1AF6FD1C}" type="sibTrans" cxnId="{9BB98C3B-E391-4727-A05A-0F219F222964}">
      <dgm:prSet/>
      <dgm:spPr/>
      <dgm:t>
        <a:bodyPr/>
        <a:lstStyle/>
        <a:p>
          <a:pPr rtl="1"/>
          <a:endParaRPr lang="he-IL" sz="2000" b="1"/>
        </a:p>
      </dgm:t>
    </dgm:pt>
    <dgm:pt modelId="{5A909612-A60A-4358-A1F5-E4C3A197F0CB}">
      <dgm:prSet phldrT="[טקסט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rtl="1"/>
          <a:r>
            <a:rPr lang="he-IL" sz="1800" b="1" dirty="0">
              <a:latin typeface="Assistant" panose="00000500000000000000" pitchFamily="2" charset="-79"/>
              <a:cs typeface="Assistant" panose="00000500000000000000" pitchFamily="2" charset="-79"/>
            </a:rPr>
            <a:t>מה הבעיה?</a:t>
          </a:r>
        </a:p>
      </dgm:t>
    </dgm:pt>
    <dgm:pt modelId="{394F838A-E67A-41CB-80C9-9906FD4C6738}" type="parTrans" cxnId="{B6BE5A77-F140-428C-B37F-531281C98A64}">
      <dgm:prSet/>
      <dgm:spPr/>
      <dgm:t>
        <a:bodyPr/>
        <a:lstStyle/>
        <a:p>
          <a:pPr rtl="1"/>
          <a:endParaRPr lang="he-IL" sz="2000" b="1"/>
        </a:p>
      </dgm:t>
    </dgm:pt>
    <dgm:pt modelId="{07F5B504-CF76-4F3B-BD55-F30FCEE0CF79}" type="sibTrans" cxnId="{B6BE5A77-F140-428C-B37F-531281C98A64}">
      <dgm:prSet/>
      <dgm:spPr/>
      <dgm:t>
        <a:bodyPr/>
        <a:lstStyle/>
        <a:p>
          <a:pPr rtl="1"/>
          <a:endParaRPr lang="he-IL" sz="2000" b="1"/>
        </a:p>
      </dgm:t>
    </dgm:pt>
    <dgm:pt modelId="{F6CCF2A0-BCA2-47EF-B3E2-508AA92BD813}">
      <dgm:prSet phldrT="[טקסט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rtl="1"/>
          <a:r>
            <a:rPr lang="he-IL" sz="1800" b="1" dirty="0">
              <a:latin typeface="Assistant" panose="00000500000000000000" pitchFamily="2" charset="-79"/>
              <a:cs typeface="Assistant" panose="00000500000000000000" pitchFamily="2" charset="-79"/>
            </a:rPr>
            <a:t>מה הפתרון?</a:t>
          </a:r>
        </a:p>
      </dgm:t>
    </dgm:pt>
    <dgm:pt modelId="{AB2BAF0F-AADF-4301-ADA2-B6B68E080E21}" type="parTrans" cxnId="{31E7AA82-48F6-4E4B-A6BD-91D6B66DE9CD}">
      <dgm:prSet/>
      <dgm:spPr/>
      <dgm:t>
        <a:bodyPr/>
        <a:lstStyle/>
        <a:p>
          <a:pPr rtl="1"/>
          <a:endParaRPr lang="he-IL" sz="2000" b="1"/>
        </a:p>
      </dgm:t>
    </dgm:pt>
    <dgm:pt modelId="{75D2F086-70CA-48A5-907A-0E04B3E1EEFA}" type="sibTrans" cxnId="{31E7AA82-48F6-4E4B-A6BD-91D6B66DE9CD}">
      <dgm:prSet/>
      <dgm:spPr/>
      <dgm:t>
        <a:bodyPr/>
        <a:lstStyle/>
        <a:p>
          <a:pPr rtl="1"/>
          <a:endParaRPr lang="he-IL" sz="2000" b="1"/>
        </a:p>
      </dgm:t>
    </dgm:pt>
    <dgm:pt modelId="{9EF7230C-C2DD-47E8-A85C-607C51187E0D}" type="pres">
      <dgm:prSet presAssocID="{8DCF1AA8-A86B-4BFC-9FD6-7E43E1E11A3D}" presName="diagram" presStyleCnt="0">
        <dgm:presLayoutVars>
          <dgm:dir val="rev"/>
          <dgm:resizeHandles val="exact"/>
        </dgm:presLayoutVars>
      </dgm:prSet>
      <dgm:spPr/>
    </dgm:pt>
    <dgm:pt modelId="{F6F50AA4-8E5F-49AD-ABA5-DBC2D0352DD1}" type="pres">
      <dgm:prSet presAssocID="{682A107D-6E46-4C5D-9679-9AAB8BF1A306}" presName="node" presStyleLbl="node1" presStyleIdx="0" presStyleCnt="5" custLinFactY="16778" custLinFactNeighborX="11944" custLinFactNeighborY="100000">
        <dgm:presLayoutVars>
          <dgm:bulletEnabled val="1"/>
        </dgm:presLayoutVars>
      </dgm:prSet>
      <dgm:spPr/>
    </dgm:pt>
    <dgm:pt modelId="{B66C6ED2-9DA4-4D4A-A31E-BE2ADE774F10}" type="pres">
      <dgm:prSet presAssocID="{08CF65D2-F77C-4C29-ACE7-99D43AE2E96D}" presName="sibTrans" presStyleCnt="0"/>
      <dgm:spPr/>
    </dgm:pt>
    <dgm:pt modelId="{167C3670-AFAB-448C-992F-CAEFEF80B68D}" type="pres">
      <dgm:prSet presAssocID="{C126DF5B-672F-4051-B7E2-43AACEA457BB}" presName="node" presStyleLbl="node1" presStyleIdx="1" presStyleCnt="5" custLinFactY="16778" custLinFactNeighborX="5595" custLinFactNeighborY="100000">
        <dgm:presLayoutVars>
          <dgm:bulletEnabled val="1"/>
        </dgm:presLayoutVars>
      </dgm:prSet>
      <dgm:spPr/>
    </dgm:pt>
    <dgm:pt modelId="{25193B7F-BF29-4B78-96BE-840856EB182D}" type="pres">
      <dgm:prSet presAssocID="{ACC3FA81-CD99-423A-80BA-85A836EE7E2B}" presName="sibTrans" presStyleCnt="0"/>
      <dgm:spPr/>
    </dgm:pt>
    <dgm:pt modelId="{BC9B9A75-9B05-4E23-914C-C145472278C1}" type="pres">
      <dgm:prSet presAssocID="{743740A6-80BA-4B0A-9724-4FD4793AB705}" presName="node" presStyleLbl="node1" presStyleIdx="2" presStyleCnt="5" custLinFactY="16778" custLinFactNeighborX="-372" custLinFactNeighborY="100000">
        <dgm:presLayoutVars>
          <dgm:bulletEnabled val="1"/>
        </dgm:presLayoutVars>
      </dgm:prSet>
      <dgm:spPr/>
    </dgm:pt>
    <dgm:pt modelId="{D27D6928-6141-453D-9A2D-447BCA0982A7}" type="pres">
      <dgm:prSet presAssocID="{8DFF665D-E6E6-4A7D-AD70-2BED1AF6FD1C}" presName="sibTrans" presStyleCnt="0"/>
      <dgm:spPr/>
    </dgm:pt>
    <dgm:pt modelId="{A133C243-8B51-44E5-B209-4D50DD512475}" type="pres">
      <dgm:prSet presAssocID="{5A909612-A60A-4358-A1F5-E4C3A197F0CB}" presName="node" presStyleLbl="node1" presStyleIdx="3" presStyleCnt="5" custLinFactY="-15792" custLinFactNeighborX="6713" custLinFactNeighborY="-100000">
        <dgm:presLayoutVars>
          <dgm:bulletEnabled val="1"/>
        </dgm:presLayoutVars>
      </dgm:prSet>
      <dgm:spPr/>
    </dgm:pt>
    <dgm:pt modelId="{E22430E8-0923-4C52-8060-AAD283178B72}" type="pres">
      <dgm:prSet presAssocID="{07F5B504-CF76-4F3B-BD55-F30FCEE0CF79}" presName="sibTrans" presStyleCnt="0"/>
      <dgm:spPr/>
    </dgm:pt>
    <dgm:pt modelId="{CA6178CC-A776-4548-95CB-5C9DA54E0963}" type="pres">
      <dgm:prSet presAssocID="{F6CCF2A0-BCA2-47EF-B3E2-508AA92BD813}" presName="node" presStyleLbl="node1" presStyleIdx="4" presStyleCnt="5" custLinFactY="-15792" custLinFactNeighborX="1864" custLinFactNeighborY="-100000">
        <dgm:presLayoutVars>
          <dgm:bulletEnabled val="1"/>
        </dgm:presLayoutVars>
      </dgm:prSet>
      <dgm:spPr/>
    </dgm:pt>
  </dgm:ptLst>
  <dgm:cxnLst>
    <dgm:cxn modelId="{F226D80F-EB0F-4AEC-844F-A6F80BCA3A5D}" srcId="{8DCF1AA8-A86B-4BFC-9FD6-7E43E1E11A3D}" destId="{C126DF5B-672F-4051-B7E2-43AACEA457BB}" srcOrd="1" destOrd="0" parTransId="{7CE224D2-6184-4913-AEC8-C47B761E293F}" sibTransId="{ACC3FA81-CD99-423A-80BA-85A836EE7E2B}"/>
    <dgm:cxn modelId="{9BB98C3B-E391-4727-A05A-0F219F222964}" srcId="{8DCF1AA8-A86B-4BFC-9FD6-7E43E1E11A3D}" destId="{743740A6-80BA-4B0A-9724-4FD4793AB705}" srcOrd="2" destOrd="0" parTransId="{3D574BA7-8662-4AEF-A9B2-423CFC7B7B8F}" sibTransId="{8DFF665D-E6E6-4A7D-AD70-2BED1AF6FD1C}"/>
    <dgm:cxn modelId="{BDB16973-A4BE-44C3-937D-6F70FA1B8953}" type="presOf" srcId="{682A107D-6E46-4C5D-9679-9AAB8BF1A306}" destId="{F6F50AA4-8E5F-49AD-ABA5-DBC2D0352DD1}" srcOrd="0" destOrd="0" presId="urn:microsoft.com/office/officeart/2005/8/layout/default"/>
    <dgm:cxn modelId="{EC05DC53-CA08-4FC3-BFF7-7BC639F787DD}" type="presOf" srcId="{C126DF5B-672F-4051-B7E2-43AACEA457BB}" destId="{167C3670-AFAB-448C-992F-CAEFEF80B68D}" srcOrd="0" destOrd="0" presId="urn:microsoft.com/office/officeart/2005/8/layout/default"/>
    <dgm:cxn modelId="{B6BE5A77-F140-428C-B37F-531281C98A64}" srcId="{8DCF1AA8-A86B-4BFC-9FD6-7E43E1E11A3D}" destId="{5A909612-A60A-4358-A1F5-E4C3A197F0CB}" srcOrd="3" destOrd="0" parTransId="{394F838A-E67A-41CB-80C9-9906FD4C6738}" sibTransId="{07F5B504-CF76-4F3B-BD55-F30FCEE0CF79}"/>
    <dgm:cxn modelId="{227BD659-8EB0-4893-B244-C887DC161E63}" type="presOf" srcId="{F6CCF2A0-BCA2-47EF-B3E2-508AA92BD813}" destId="{CA6178CC-A776-4548-95CB-5C9DA54E0963}" srcOrd="0" destOrd="0" presId="urn:microsoft.com/office/officeart/2005/8/layout/default"/>
    <dgm:cxn modelId="{7802ED5A-1F21-4E08-96C3-8D4272BA83EB}" type="presOf" srcId="{8DCF1AA8-A86B-4BFC-9FD6-7E43E1E11A3D}" destId="{9EF7230C-C2DD-47E8-A85C-607C51187E0D}" srcOrd="0" destOrd="0" presId="urn:microsoft.com/office/officeart/2005/8/layout/default"/>
    <dgm:cxn modelId="{31E7AA82-48F6-4E4B-A6BD-91D6B66DE9CD}" srcId="{8DCF1AA8-A86B-4BFC-9FD6-7E43E1E11A3D}" destId="{F6CCF2A0-BCA2-47EF-B3E2-508AA92BD813}" srcOrd="4" destOrd="0" parTransId="{AB2BAF0F-AADF-4301-ADA2-B6B68E080E21}" sibTransId="{75D2F086-70CA-48A5-907A-0E04B3E1EEFA}"/>
    <dgm:cxn modelId="{D1B298A4-3A2A-4E37-BE8E-86C3FEB4FF82}" srcId="{8DCF1AA8-A86B-4BFC-9FD6-7E43E1E11A3D}" destId="{682A107D-6E46-4C5D-9679-9AAB8BF1A306}" srcOrd="0" destOrd="0" parTransId="{CB0710EE-F050-4F54-AD34-6DE4B29F2E1E}" sibTransId="{08CF65D2-F77C-4C29-ACE7-99D43AE2E96D}"/>
    <dgm:cxn modelId="{55768DA7-A22F-4946-AE54-E96487A51288}" type="presOf" srcId="{743740A6-80BA-4B0A-9724-4FD4793AB705}" destId="{BC9B9A75-9B05-4E23-914C-C145472278C1}" srcOrd="0" destOrd="0" presId="urn:microsoft.com/office/officeart/2005/8/layout/default"/>
    <dgm:cxn modelId="{584CE0AC-9C24-46B0-B075-D52360CEE7A0}" type="presOf" srcId="{5A909612-A60A-4358-A1F5-E4C3A197F0CB}" destId="{A133C243-8B51-44E5-B209-4D50DD512475}" srcOrd="0" destOrd="0" presId="urn:microsoft.com/office/officeart/2005/8/layout/default"/>
    <dgm:cxn modelId="{E7911AAA-DD4E-4475-840F-5E79821E096A}" type="presParOf" srcId="{9EF7230C-C2DD-47E8-A85C-607C51187E0D}" destId="{F6F50AA4-8E5F-49AD-ABA5-DBC2D0352DD1}" srcOrd="0" destOrd="0" presId="urn:microsoft.com/office/officeart/2005/8/layout/default"/>
    <dgm:cxn modelId="{DB1E572B-6E97-4095-83CF-6A3E5DBD4977}" type="presParOf" srcId="{9EF7230C-C2DD-47E8-A85C-607C51187E0D}" destId="{B66C6ED2-9DA4-4D4A-A31E-BE2ADE774F10}" srcOrd="1" destOrd="0" presId="urn:microsoft.com/office/officeart/2005/8/layout/default"/>
    <dgm:cxn modelId="{76F8E1FE-935A-4BE9-B175-222BF870AD01}" type="presParOf" srcId="{9EF7230C-C2DD-47E8-A85C-607C51187E0D}" destId="{167C3670-AFAB-448C-992F-CAEFEF80B68D}" srcOrd="2" destOrd="0" presId="urn:microsoft.com/office/officeart/2005/8/layout/default"/>
    <dgm:cxn modelId="{82BADD8B-538E-4679-B14B-53A4410CECD5}" type="presParOf" srcId="{9EF7230C-C2DD-47E8-A85C-607C51187E0D}" destId="{25193B7F-BF29-4B78-96BE-840856EB182D}" srcOrd="3" destOrd="0" presId="urn:microsoft.com/office/officeart/2005/8/layout/default"/>
    <dgm:cxn modelId="{81001597-051C-4B27-98F2-645390C1BAAD}" type="presParOf" srcId="{9EF7230C-C2DD-47E8-A85C-607C51187E0D}" destId="{BC9B9A75-9B05-4E23-914C-C145472278C1}" srcOrd="4" destOrd="0" presId="urn:microsoft.com/office/officeart/2005/8/layout/default"/>
    <dgm:cxn modelId="{F6A7D2E6-621E-410E-AE6D-ABE5C74893CF}" type="presParOf" srcId="{9EF7230C-C2DD-47E8-A85C-607C51187E0D}" destId="{D27D6928-6141-453D-9A2D-447BCA0982A7}" srcOrd="5" destOrd="0" presId="urn:microsoft.com/office/officeart/2005/8/layout/default"/>
    <dgm:cxn modelId="{71350F74-8399-4394-B604-D5DA3F8AE142}" type="presParOf" srcId="{9EF7230C-C2DD-47E8-A85C-607C51187E0D}" destId="{A133C243-8B51-44E5-B209-4D50DD512475}" srcOrd="6" destOrd="0" presId="urn:microsoft.com/office/officeart/2005/8/layout/default"/>
    <dgm:cxn modelId="{1F6E877C-B2E2-4E96-816D-614E12229DBB}" type="presParOf" srcId="{9EF7230C-C2DD-47E8-A85C-607C51187E0D}" destId="{E22430E8-0923-4C52-8060-AAD283178B72}" srcOrd="7" destOrd="0" presId="urn:microsoft.com/office/officeart/2005/8/layout/default"/>
    <dgm:cxn modelId="{36414F50-5D30-4332-9EFA-C772AD726357}" type="presParOf" srcId="{9EF7230C-C2DD-47E8-A85C-607C51187E0D}" destId="{CA6178CC-A776-4548-95CB-5C9DA54E096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DCF1AA8-A86B-4BFC-9FD6-7E43E1E11A3D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682A107D-6E46-4C5D-9679-9AAB8BF1A306}">
      <dgm:prSet phldrT="[טקסט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1"/>
          <a:r>
            <a:rPr lang="he-IL" sz="1800" b="1" dirty="0">
              <a:latin typeface="Assistant" panose="00000500000000000000" pitchFamily="2" charset="-79"/>
              <a:cs typeface="Assistant" panose="00000500000000000000" pitchFamily="2" charset="-79"/>
            </a:rPr>
            <a:t>לקרוא</a:t>
          </a:r>
        </a:p>
      </dgm:t>
    </dgm:pt>
    <dgm:pt modelId="{CB0710EE-F050-4F54-AD34-6DE4B29F2E1E}" type="parTrans" cxnId="{D1B298A4-3A2A-4E37-BE8E-86C3FEB4FF82}">
      <dgm:prSet/>
      <dgm:spPr/>
      <dgm:t>
        <a:bodyPr/>
        <a:lstStyle/>
        <a:p>
          <a:pPr rtl="1"/>
          <a:endParaRPr lang="he-IL" sz="2000" b="1"/>
        </a:p>
      </dgm:t>
    </dgm:pt>
    <dgm:pt modelId="{08CF65D2-F77C-4C29-ACE7-99D43AE2E96D}" type="sibTrans" cxnId="{D1B298A4-3A2A-4E37-BE8E-86C3FEB4FF82}">
      <dgm:prSet/>
      <dgm:spPr/>
      <dgm:t>
        <a:bodyPr/>
        <a:lstStyle/>
        <a:p>
          <a:pPr rtl="1"/>
          <a:endParaRPr lang="he-IL" sz="2000" b="1"/>
        </a:p>
      </dgm:t>
    </dgm:pt>
    <dgm:pt modelId="{C126DF5B-672F-4051-B7E2-43AACEA457BB}">
      <dgm:prSet phldrT="[טקסט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1"/>
          <a:r>
            <a:rPr lang="he-IL" sz="1600" b="1" dirty="0">
              <a:latin typeface="Assistant" panose="00000500000000000000" pitchFamily="2" charset="-79"/>
              <a:cs typeface="Assistant" panose="00000500000000000000" pitchFamily="2" charset="-79"/>
            </a:rPr>
            <a:t>חוקים</a:t>
          </a:r>
        </a:p>
      </dgm:t>
    </dgm:pt>
    <dgm:pt modelId="{7CE224D2-6184-4913-AEC8-C47B761E293F}" type="parTrans" cxnId="{F226D80F-EB0F-4AEC-844F-A6F80BCA3A5D}">
      <dgm:prSet/>
      <dgm:spPr/>
      <dgm:t>
        <a:bodyPr/>
        <a:lstStyle/>
        <a:p>
          <a:pPr rtl="1"/>
          <a:endParaRPr lang="he-IL" sz="2000" b="1"/>
        </a:p>
      </dgm:t>
    </dgm:pt>
    <dgm:pt modelId="{ACC3FA81-CD99-423A-80BA-85A836EE7E2B}" type="sibTrans" cxnId="{F226D80F-EB0F-4AEC-844F-A6F80BCA3A5D}">
      <dgm:prSet/>
      <dgm:spPr/>
      <dgm:t>
        <a:bodyPr/>
        <a:lstStyle/>
        <a:p>
          <a:pPr rtl="1"/>
          <a:endParaRPr lang="he-IL" sz="2000" b="1"/>
        </a:p>
      </dgm:t>
    </dgm:pt>
    <dgm:pt modelId="{743740A6-80BA-4B0A-9724-4FD4793AB705}">
      <dgm:prSet phldrT="[טקסט]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rtl="1"/>
          <a:r>
            <a:rPr lang="he-IL" sz="1800" b="1" dirty="0">
              <a:latin typeface="Assistant" panose="00000500000000000000" pitchFamily="2" charset="-79"/>
              <a:cs typeface="Assistant" panose="00000500000000000000" pitchFamily="2" charset="-79"/>
            </a:rPr>
            <a:t>דומים</a:t>
          </a:r>
        </a:p>
      </dgm:t>
    </dgm:pt>
    <dgm:pt modelId="{3D574BA7-8662-4AEF-A9B2-423CFC7B7B8F}" type="parTrans" cxnId="{9BB98C3B-E391-4727-A05A-0F219F222964}">
      <dgm:prSet/>
      <dgm:spPr/>
      <dgm:t>
        <a:bodyPr/>
        <a:lstStyle/>
        <a:p>
          <a:pPr rtl="1"/>
          <a:endParaRPr lang="he-IL" sz="2000" b="1"/>
        </a:p>
      </dgm:t>
    </dgm:pt>
    <dgm:pt modelId="{8DFF665D-E6E6-4A7D-AD70-2BED1AF6FD1C}" type="sibTrans" cxnId="{9BB98C3B-E391-4727-A05A-0F219F222964}">
      <dgm:prSet/>
      <dgm:spPr/>
      <dgm:t>
        <a:bodyPr/>
        <a:lstStyle/>
        <a:p>
          <a:pPr rtl="1"/>
          <a:endParaRPr lang="he-IL" sz="2000" b="1"/>
        </a:p>
      </dgm:t>
    </dgm:pt>
    <dgm:pt modelId="{5A909612-A60A-4358-A1F5-E4C3A197F0CB}">
      <dgm:prSet phldrT="[טקסט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rtl="1"/>
          <a:r>
            <a:rPr lang="he-IL" sz="1800" b="1" dirty="0">
              <a:latin typeface="Assistant" panose="00000500000000000000" pitchFamily="2" charset="-79"/>
              <a:cs typeface="Assistant" panose="00000500000000000000" pitchFamily="2" charset="-79"/>
            </a:rPr>
            <a:t>חלוקת סמכויות צריכה להיות בהרמוניה חקיקתית מינימלית</a:t>
          </a:r>
        </a:p>
      </dgm:t>
    </dgm:pt>
    <dgm:pt modelId="{394F838A-E67A-41CB-80C9-9906FD4C6738}" type="parTrans" cxnId="{B6BE5A77-F140-428C-B37F-531281C98A64}">
      <dgm:prSet/>
      <dgm:spPr/>
      <dgm:t>
        <a:bodyPr/>
        <a:lstStyle/>
        <a:p>
          <a:pPr rtl="1"/>
          <a:endParaRPr lang="he-IL" sz="2000" b="1"/>
        </a:p>
      </dgm:t>
    </dgm:pt>
    <dgm:pt modelId="{07F5B504-CF76-4F3B-BD55-F30FCEE0CF79}" type="sibTrans" cxnId="{B6BE5A77-F140-428C-B37F-531281C98A64}">
      <dgm:prSet/>
      <dgm:spPr/>
      <dgm:t>
        <a:bodyPr/>
        <a:lstStyle/>
        <a:p>
          <a:pPr rtl="1"/>
          <a:endParaRPr lang="he-IL" sz="2000" b="1"/>
        </a:p>
      </dgm:t>
    </dgm:pt>
    <dgm:pt modelId="{F6CCF2A0-BCA2-47EF-B3E2-508AA92BD813}">
      <dgm:prSet phldrT="[טקסט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 rtl="1"/>
          <a:r>
            <a:rPr lang="he-IL" sz="1800" b="1" dirty="0">
              <a:latin typeface="Assistant" panose="00000500000000000000" pitchFamily="2" charset="-79"/>
              <a:cs typeface="Assistant" panose="00000500000000000000" pitchFamily="2" charset="-79"/>
            </a:rPr>
            <a:t>רציונל – לראות שהפתרון שהצענו אכן פותר את הבעיה</a:t>
          </a:r>
        </a:p>
      </dgm:t>
    </dgm:pt>
    <dgm:pt modelId="{AB2BAF0F-AADF-4301-ADA2-B6B68E080E21}" type="parTrans" cxnId="{31E7AA82-48F6-4E4B-A6BD-91D6B66DE9CD}">
      <dgm:prSet/>
      <dgm:spPr/>
      <dgm:t>
        <a:bodyPr/>
        <a:lstStyle/>
        <a:p>
          <a:pPr rtl="1"/>
          <a:endParaRPr lang="he-IL" sz="2000" b="1"/>
        </a:p>
      </dgm:t>
    </dgm:pt>
    <dgm:pt modelId="{75D2F086-70CA-48A5-907A-0E04B3E1EEFA}" type="sibTrans" cxnId="{31E7AA82-48F6-4E4B-A6BD-91D6B66DE9CD}">
      <dgm:prSet/>
      <dgm:spPr/>
      <dgm:t>
        <a:bodyPr/>
        <a:lstStyle/>
        <a:p>
          <a:pPr rtl="1"/>
          <a:endParaRPr lang="he-IL" sz="2000" b="1"/>
        </a:p>
      </dgm:t>
    </dgm:pt>
    <dgm:pt modelId="{9EF7230C-C2DD-47E8-A85C-607C51187E0D}" type="pres">
      <dgm:prSet presAssocID="{8DCF1AA8-A86B-4BFC-9FD6-7E43E1E11A3D}" presName="diagram" presStyleCnt="0">
        <dgm:presLayoutVars>
          <dgm:dir val="rev"/>
          <dgm:resizeHandles val="exact"/>
        </dgm:presLayoutVars>
      </dgm:prSet>
      <dgm:spPr/>
    </dgm:pt>
    <dgm:pt modelId="{F6F50AA4-8E5F-49AD-ABA5-DBC2D0352DD1}" type="pres">
      <dgm:prSet presAssocID="{682A107D-6E46-4C5D-9679-9AAB8BF1A306}" presName="node" presStyleLbl="node1" presStyleIdx="0" presStyleCnt="5" custLinFactY="16778" custLinFactNeighborX="11944" custLinFactNeighborY="100000">
        <dgm:presLayoutVars>
          <dgm:bulletEnabled val="1"/>
        </dgm:presLayoutVars>
      </dgm:prSet>
      <dgm:spPr/>
    </dgm:pt>
    <dgm:pt modelId="{B66C6ED2-9DA4-4D4A-A31E-BE2ADE774F10}" type="pres">
      <dgm:prSet presAssocID="{08CF65D2-F77C-4C29-ACE7-99D43AE2E96D}" presName="sibTrans" presStyleCnt="0"/>
      <dgm:spPr/>
    </dgm:pt>
    <dgm:pt modelId="{167C3670-AFAB-448C-992F-CAEFEF80B68D}" type="pres">
      <dgm:prSet presAssocID="{C126DF5B-672F-4051-B7E2-43AACEA457BB}" presName="node" presStyleLbl="node1" presStyleIdx="1" presStyleCnt="5" custLinFactY="16778" custLinFactNeighborX="5595" custLinFactNeighborY="100000">
        <dgm:presLayoutVars>
          <dgm:bulletEnabled val="1"/>
        </dgm:presLayoutVars>
      </dgm:prSet>
      <dgm:spPr/>
    </dgm:pt>
    <dgm:pt modelId="{25193B7F-BF29-4B78-96BE-840856EB182D}" type="pres">
      <dgm:prSet presAssocID="{ACC3FA81-CD99-423A-80BA-85A836EE7E2B}" presName="sibTrans" presStyleCnt="0"/>
      <dgm:spPr/>
    </dgm:pt>
    <dgm:pt modelId="{BC9B9A75-9B05-4E23-914C-C145472278C1}" type="pres">
      <dgm:prSet presAssocID="{743740A6-80BA-4B0A-9724-4FD4793AB705}" presName="node" presStyleLbl="node1" presStyleIdx="2" presStyleCnt="5" custLinFactY="16778" custLinFactNeighborX="-372" custLinFactNeighborY="100000">
        <dgm:presLayoutVars>
          <dgm:bulletEnabled val="1"/>
        </dgm:presLayoutVars>
      </dgm:prSet>
      <dgm:spPr/>
    </dgm:pt>
    <dgm:pt modelId="{D27D6928-6141-453D-9A2D-447BCA0982A7}" type="pres">
      <dgm:prSet presAssocID="{8DFF665D-E6E6-4A7D-AD70-2BED1AF6FD1C}" presName="sibTrans" presStyleCnt="0"/>
      <dgm:spPr/>
    </dgm:pt>
    <dgm:pt modelId="{A133C243-8B51-44E5-B209-4D50DD512475}" type="pres">
      <dgm:prSet presAssocID="{5A909612-A60A-4358-A1F5-E4C3A197F0CB}" presName="node" presStyleLbl="node1" presStyleIdx="3" presStyleCnt="5" custLinFactY="-15792" custLinFactNeighborX="6713" custLinFactNeighborY="-100000">
        <dgm:presLayoutVars>
          <dgm:bulletEnabled val="1"/>
        </dgm:presLayoutVars>
      </dgm:prSet>
      <dgm:spPr/>
    </dgm:pt>
    <dgm:pt modelId="{E22430E8-0923-4C52-8060-AAD283178B72}" type="pres">
      <dgm:prSet presAssocID="{07F5B504-CF76-4F3B-BD55-F30FCEE0CF79}" presName="sibTrans" presStyleCnt="0"/>
      <dgm:spPr/>
    </dgm:pt>
    <dgm:pt modelId="{CA6178CC-A776-4548-95CB-5C9DA54E0963}" type="pres">
      <dgm:prSet presAssocID="{F6CCF2A0-BCA2-47EF-B3E2-508AA92BD813}" presName="node" presStyleLbl="node1" presStyleIdx="4" presStyleCnt="5" custLinFactY="-15792" custLinFactNeighborX="1864" custLinFactNeighborY="-100000">
        <dgm:presLayoutVars>
          <dgm:bulletEnabled val="1"/>
        </dgm:presLayoutVars>
      </dgm:prSet>
      <dgm:spPr/>
    </dgm:pt>
  </dgm:ptLst>
  <dgm:cxnLst>
    <dgm:cxn modelId="{F226D80F-EB0F-4AEC-844F-A6F80BCA3A5D}" srcId="{8DCF1AA8-A86B-4BFC-9FD6-7E43E1E11A3D}" destId="{C126DF5B-672F-4051-B7E2-43AACEA457BB}" srcOrd="1" destOrd="0" parTransId="{7CE224D2-6184-4913-AEC8-C47B761E293F}" sibTransId="{ACC3FA81-CD99-423A-80BA-85A836EE7E2B}"/>
    <dgm:cxn modelId="{9BB98C3B-E391-4727-A05A-0F219F222964}" srcId="{8DCF1AA8-A86B-4BFC-9FD6-7E43E1E11A3D}" destId="{743740A6-80BA-4B0A-9724-4FD4793AB705}" srcOrd="2" destOrd="0" parTransId="{3D574BA7-8662-4AEF-A9B2-423CFC7B7B8F}" sibTransId="{8DFF665D-E6E6-4A7D-AD70-2BED1AF6FD1C}"/>
    <dgm:cxn modelId="{BDB16973-A4BE-44C3-937D-6F70FA1B8953}" type="presOf" srcId="{682A107D-6E46-4C5D-9679-9AAB8BF1A306}" destId="{F6F50AA4-8E5F-49AD-ABA5-DBC2D0352DD1}" srcOrd="0" destOrd="0" presId="urn:microsoft.com/office/officeart/2005/8/layout/default"/>
    <dgm:cxn modelId="{EC05DC53-CA08-4FC3-BFF7-7BC639F787DD}" type="presOf" srcId="{C126DF5B-672F-4051-B7E2-43AACEA457BB}" destId="{167C3670-AFAB-448C-992F-CAEFEF80B68D}" srcOrd="0" destOrd="0" presId="urn:microsoft.com/office/officeart/2005/8/layout/default"/>
    <dgm:cxn modelId="{B6BE5A77-F140-428C-B37F-531281C98A64}" srcId="{8DCF1AA8-A86B-4BFC-9FD6-7E43E1E11A3D}" destId="{5A909612-A60A-4358-A1F5-E4C3A197F0CB}" srcOrd="3" destOrd="0" parTransId="{394F838A-E67A-41CB-80C9-9906FD4C6738}" sibTransId="{07F5B504-CF76-4F3B-BD55-F30FCEE0CF79}"/>
    <dgm:cxn modelId="{227BD659-8EB0-4893-B244-C887DC161E63}" type="presOf" srcId="{F6CCF2A0-BCA2-47EF-B3E2-508AA92BD813}" destId="{CA6178CC-A776-4548-95CB-5C9DA54E0963}" srcOrd="0" destOrd="0" presId="urn:microsoft.com/office/officeart/2005/8/layout/default"/>
    <dgm:cxn modelId="{7802ED5A-1F21-4E08-96C3-8D4272BA83EB}" type="presOf" srcId="{8DCF1AA8-A86B-4BFC-9FD6-7E43E1E11A3D}" destId="{9EF7230C-C2DD-47E8-A85C-607C51187E0D}" srcOrd="0" destOrd="0" presId="urn:microsoft.com/office/officeart/2005/8/layout/default"/>
    <dgm:cxn modelId="{31E7AA82-48F6-4E4B-A6BD-91D6B66DE9CD}" srcId="{8DCF1AA8-A86B-4BFC-9FD6-7E43E1E11A3D}" destId="{F6CCF2A0-BCA2-47EF-B3E2-508AA92BD813}" srcOrd="4" destOrd="0" parTransId="{AB2BAF0F-AADF-4301-ADA2-B6B68E080E21}" sibTransId="{75D2F086-70CA-48A5-907A-0E04B3E1EEFA}"/>
    <dgm:cxn modelId="{D1B298A4-3A2A-4E37-BE8E-86C3FEB4FF82}" srcId="{8DCF1AA8-A86B-4BFC-9FD6-7E43E1E11A3D}" destId="{682A107D-6E46-4C5D-9679-9AAB8BF1A306}" srcOrd="0" destOrd="0" parTransId="{CB0710EE-F050-4F54-AD34-6DE4B29F2E1E}" sibTransId="{08CF65D2-F77C-4C29-ACE7-99D43AE2E96D}"/>
    <dgm:cxn modelId="{55768DA7-A22F-4946-AE54-E96487A51288}" type="presOf" srcId="{743740A6-80BA-4B0A-9724-4FD4793AB705}" destId="{BC9B9A75-9B05-4E23-914C-C145472278C1}" srcOrd="0" destOrd="0" presId="urn:microsoft.com/office/officeart/2005/8/layout/default"/>
    <dgm:cxn modelId="{584CE0AC-9C24-46B0-B075-D52360CEE7A0}" type="presOf" srcId="{5A909612-A60A-4358-A1F5-E4C3A197F0CB}" destId="{A133C243-8B51-44E5-B209-4D50DD512475}" srcOrd="0" destOrd="0" presId="urn:microsoft.com/office/officeart/2005/8/layout/default"/>
    <dgm:cxn modelId="{E7911AAA-DD4E-4475-840F-5E79821E096A}" type="presParOf" srcId="{9EF7230C-C2DD-47E8-A85C-607C51187E0D}" destId="{F6F50AA4-8E5F-49AD-ABA5-DBC2D0352DD1}" srcOrd="0" destOrd="0" presId="urn:microsoft.com/office/officeart/2005/8/layout/default"/>
    <dgm:cxn modelId="{DB1E572B-6E97-4095-83CF-6A3E5DBD4977}" type="presParOf" srcId="{9EF7230C-C2DD-47E8-A85C-607C51187E0D}" destId="{B66C6ED2-9DA4-4D4A-A31E-BE2ADE774F10}" srcOrd="1" destOrd="0" presId="urn:microsoft.com/office/officeart/2005/8/layout/default"/>
    <dgm:cxn modelId="{76F8E1FE-935A-4BE9-B175-222BF870AD01}" type="presParOf" srcId="{9EF7230C-C2DD-47E8-A85C-607C51187E0D}" destId="{167C3670-AFAB-448C-992F-CAEFEF80B68D}" srcOrd="2" destOrd="0" presId="urn:microsoft.com/office/officeart/2005/8/layout/default"/>
    <dgm:cxn modelId="{82BADD8B-538E-4679-B14B-53A4410CECD5}" type="presParOf" srcId="{9EF7230C-C2DD-47E8-A85C-607C51187E0D}" destId="{25193B7F-BF29-4B78-96BE-840856EB182D}" srcOrd="3" destOrd="0" presId="urn:microsoft.com/office/officeart/2005/8/layout/default"/>
    <dgm:cxn modelId="{81001597-051C-4B27-98F2-645390C1BAAD}" type="presParOf" srcId="{9EF7230C-C2DD-47E8-A85C-607C51187E0D}" destId="{BC9B9A75-9B05-4E23-914C-C145472278C1}" srcOrd="4" destOrd="0" presId="urn:microsoft.com/office/officeart/2005/8/layout/default"/>
    <dgm:cxn modelId="{F6A7D2E6-621E-410E-AE6D-ABE5C74893CF}" type="presParOf" srcId="{9EF7230C-C2DD-47E8-A85C-607C51187E0D}" destId="{D27D6928-6141-453D-9A2D-447BCA0982A7}" srcOrd="5" destOrd="0" presId="urn:microsoft.com/office/officeart/2005/8/layout/default"/>
    <dgm:cxn modelId="{71350F74-8399-4394-B604-D5DA3F8AE142}" type="presParOf" srcId="{9EF7230C-C2DD-47E8-A85C-607C51187E0D}" destId="{A133C243-8B51-44E5-B209-4D50DD512475}" srcOrd="6" destOrd="0" presId="urn:microsoft.com/office/officeart/2005/8/layout/default"/>
    <dgm:cxn modelId="{1F6E877C-B2E2-4E96-816D-614E12229DBB}" type="presParOf" srcId="{9EF7230C-C2DD-47E8-A85C-607C51187E0D}" destId="{E22430E8-0923-4C52-8060-AAD283178B72}" srcOrd="7" destOrd="0" presId="urn:microsoft.com/office/officeart/2005/8/layout/default"/>
    <dgm:cxn modelId="{36414F50-5D30-4332-9EFA-C772AD726357}" type="presParOf" srcId="{9EF7230C-C2DD-47E8-A85C-607C51187E0D}" destId="{CA6178CC-A776-4548-95CB-5C9DA54E0963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68538D5-AF63-477F-8FA2-03DC53312ECC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34E86141-51AE-49B8-A3CC-4E369AB32381}">
      <dgm:prSet phldrT="[טקסט]" custT="1"/>
      <dgm:spPr/>
      <dgm:t>
        <a:bodyPr/>
        <a:lstStyle/>
        <a:p>
          <a:pPr rtl="1">
            <a:buNone/>
          </a:pPr>
          <a:r>
            <a:rPr lang="he-IL" sz="2400" b="1" dirty="0">
              <a:latin typeface="Assistant" panose="00000500000000000000" pitchFamily="2" charset="-79"/>
              <a:cs typeface="Assistant" panose="00000500000000000000" pitchFamily="2" charset="-79"/>
            </a:rPr>
            <a:t>מצב משפטי קיים</a:t>
          </a:r>
          <a:endParaRPr lang="he-IL" sz="2400" b="1" dirty="0"/>
        </a:p>
      </dgm:t>
    </dgm:pt>
    <dgm:pt modelId="{B9F13F27-AB37-49A5-B8C1-D8CA86F70BD2}" type="parTrans" cxnId="{CA1874BD-78A3-4D96-891A-00F1165030D3}">
      <dgm:prSet/>
      <dgm:spPr/>
      <dgm:t>
        <a:bodyPr/>
        <a:lstStyle/>
        <a:p>
          <a:pPr rtl="1"/>
          <a:endParaRPr lang="he-IL"/>
        </a:p>
      </dgm:t>
    </dgm:pt>
    <dgm:pt modelId="{FB3E1E71-B12D-48D8-8E78-981A91E5C218}" type="sibTrans" cxnId="{CA1874BD-78A3-4D96-891A-00F1165030D3}">
      <dgm:prSet/>
      <dgm:spPr/>
      <dgm:t>
        <a:bodyPr/>
        <a:lstStyle/>
        <a:p>
          <a:pPr rtl="1"/>
          <a:endParaRPr lang="he-IL" sz="1600" b="1"/>
        </a:p>
      </dgm:t>
    </dgm:pt>
    <dgm:pt modelId="{B2F7A4AF-54A9-49DE-B6F4-496F94294B86}">
      <dgm:prSet custT="1"/>
      <dgm:spPr/>
      <dgm:t>
        <a:bodyPr/>
        <a:lstStyle/>
        <a:p>
          <a:pPr rtl="1"/>
          <a:r>
            <a:rPr lang="he-IL" sz="2400" b="1" dirty="0">
              <a:latin typeface="Assistant" panose="00000500000000000000" pitchFamily="2" charset="-79"/>
              <a:cs typeface="Assistant" panose="00000500000000000000" pitchFamily="2" charset="-79"/>
            </a:rPr>
            <a:t>ביקורת על המצב המשפטי</a:t>
          </a:r>
        </a:p>
      </dgm:t>
    </dgm:pt>
    <dgm:pt modelId="{13F40115-6CBF-46C8-8D43-E69ED5C26AF2}" type="parTrans" cxnId="{429DF9C0-26FE-462C-A618-63587C32B591}">
      <dgm:prSet/>
      <dgm:spPr/>
      <dgm:t>
        <a:bodyPr/>
        <a:lstStyle/>
        <a:p>
          <a:pPr rtl="1"/>
          <a:endParaRPr lang="he-IL"/>
        </a:p>
      </dgm:t>
    </dgm:pt>
    <dgm:pt modelId="{89240D08-4487-421F-8E60-8E139FEAAE69}" type="sibTrans" cxnId="{429DF9C0-26FE-462C-A618-63587C32B591}">
      <dgm:prSet/>
      <dgm:spPr/>
      <dgm:t>
        <a:bodyPr/>
        <a:lstStyle/>
        <a:p>
          <a:pPr rtl="1"/>
          <a:endParaRPr lang="he-IL"/>
        </a:p>
      </dgm:t>
    </dgm:pt>
    <dgm:pt modelId="{BABA107F-C666-4BFB-80A9-9249CF113E0B}">
      <dgm:prSet custT="1"/>
      <dgm:spPr/>
      <dgm:t>
        <a:bodyPr/>
        <a:lstStyle/>
        <a:p>
          <a:pPr rtl="1"/>
          <a:r>
            <a:rPr lang="he-IL" sz="2400" b="1" dirty="0">
              <a:latin typeface="Assistant" panose="00000500000000000000" pitchFamily="2" charset="-79"/>
              <a:cs typeface="Assistant" panose="00000500000000000000" pitchFamily="2" charset="-79"/>
            </a:rPr>
            <a:t>מהות התיקון המוצע ("לפיכך מוצע...")</a:t>
          </a:r>
        </a:p>
      </dgm:t>
    </dgm:pt>
    <dgm:pt modelId="{335CBF1B-A45F-4669-A5FF-8D10577629C4}" type="parTrans" cxnId="{55E92BA8-8250-494B-BAF8-7148E8679C9D}">
      <dgm:prSet/>
      <dgm:spPr/>
      <dgm:t>
        <a:bodyPr/>
        <a:lstStyle/>
        <a:p>
          <a:pPr rtl="1"/>
          <a:endParaRPr lang="he-IL"/>
        </a:p>
      </dgm:t>
    </dgm:pt>
    <dgm:pt modelId="{9EC79F96-22F0-4B56-926A-4A4B650D8168}" type="sibTrans" cxnId="{55E92BA8-8250-494B-BAF8-7148E8679C9D}">
      <dgm:prSet/>
      <dgm:spPr/>
      <dgm:t>
        <a:bodyPr/>
        <a:lstStyle/>
        <a:p>
          <a:pPr rtl="1"/>
          <a:endParaRPr lang="he-IL"/>
        </a:p>
      </dgm:t>
    </dgm:pt>
    <dgm:pt modelId="{B24D2992-1DA1-42B9-BF5D-8E27D8A82BBF}" type="pres">
      <dgm:prSet presAssocID="{E68538D5-AF63-477F-8FA2-03DC53312ECC}" presName="Name0" presStyleCnt="0">
        <dgm:presLayoutVars>
          <dgm:chMax val="7"/>
          <dgm:chPref val="7"/>
          <dgm:dir val="rev"/>
        </dgm:presLayoutVars>
      </dgm:prSet>
      <dgm:spPr/>
    </dgm:pt>
    <dgm:pt modelId="{042D5EE2-D161-46F3-8AF8-C7332AF7A77E}" type="pres">
      <dgm:prSet presAssocID="{E68538D5-AF63-477F-8FA2-03DC53312ECC}" presName="Name1" presStyleCnt="0"/>
      <dgm:spPr/>
    </dgm:pt>
    <dgm:pt modelId="{FB81F588-8323-4E2A-99F9-F58C32CC51F0}" type="pres">
      <dgm:prSet presAssocID="{E68538D5-AF63-477F-8FA2-03DC53312ECC}" presName="cycle" presStyleCnt="0"/>
      <dgm:spPr/>
    </dgm:pt>
    <dgm:pt modelId="{B874C5C8-77AF-40AD-97F0-4005773BB743}" type="pres">
      <dgm:prSet presAssocID="{E68538D5-AF63-477F-8FA2-03DC53312ECC}" presName="srcNode" presStyleLbl="node1" presStyleIdx="0" presStyleCnt="3"/>
      <dgm:spPr/>
    </dgm:pt>
    <dgm:pt modelId="{6A9DDD10-1F4B-442D-8B19-383200280142}" type="pres">
      <dgm:prSet presAssocID="{E68538D5-AF63-477F-8FA2-03DC53312ECC}" presName="conn" presStyleLbl="parChTrans1D2" presStyleIdx="0" presStyleCnt="1"/>
      <dgm:spPr/>
    </dgm:pt>
    <dgm:pt modelId="{149E3E5A-1241-423F-95DA-91BDCB9B14AC}" type="pres">
      <dgm:prSet presAssocID="{E68538D5-AF63-477F-8FA2-03DC53312ECC}" presName="extraNode" presStyleLbl="node1" presStyleIdx="0" presStyleCnt="3"/>
      <dgm:spPr/>
    </dgm:pt>
    <dgm:pt modelId="{D205A0CB-EEC8-4288-BD17-1EAAEE57A53D}" type="pres">
      <dgm:prSet presAssocID="{E68538D5-AF63-477F-8FA2-03DC53312ECC}" presName="dstNode" presStyleLbl="node1" presStyleIdx="0" presStyleCnt="3"/>
      <dgm:spPr/>
    </dgm:pt>
    <dgm:pt modelId="{4C3C75CB-D8B9-4E96-89F0-FC61D6FE84AC}" type="pres">
      <dgm:prSet presAssocID="{34E86141-51AE-49B8-A3CC-4E369AB32381}" presName="text_1" presStyleLbl="node1" presStyleIdx="0" presStyleCnt="3">
        <dgm:presLayoutVars>
          <dgm:bulletEnabled val="1"/>
        </dgm:presLayoutVars>
      </dgm:prSet>
      <dgm:spPr/>
    </dgm:pt>
    <dgm:pt modelId="{E7ABEDA6-CFC0-46D3-9D2C-3DE991928E6B}" type="pres">
      <dgm:prSet presAssocID="{34E86141-51AE-49B8-A3CC-4E369AB32381}" presName="accent_1" presStyleCnt="0"/>
      <dgm:spPr/>
    </dgm:pt>
    <dgm:pt modelId="{65F2CF7A-14B2-450D-8CAC-0026030D7434}" type="pres">
      <dgm:prSet presAssocID="{34E86141-51AE-49B8-A3CC-4E369AB32381}" presName="accentRepeatNode" presStyleLbl="solidFgAcc1" presStyleIdx="0" presStyleCnt="3"/>
      <dgm:spPr/>
    </dgm:pt>
    <dgm:pt modelId="{A1EF349E-543C-4659-BC03-E876D14EA759}" type="pres">
      <dgm:prSet presAssocID="{B2F7A4AF-54A9-49DE-B6F4-496F94294B86}" presName="text_2" presStyleLbl="node1" presStyleIdx="1" presStyleCnt="3">
        <dgm:presLayoutVars>
          <dgm:bulletEnabled val="1"/>
        </dgm:presLayoutVars>
      </dgm:prSet>
      <dgm:spPr/>
    </dgm:pt>
    <dgm:pt modelId="{B9EB14E0-6D81-4E50-8547-78427B883621}" type="pres">
      <dgm:prSet presAssocID="{B2F7A4AF-54A9-49DE-B6F4-496F94294B86}" presName="accent_2" presStyleCnt="0"/>
      <dgm:spPr/>
    </dgm:pt>
    <dgm:pt modelId="{F9EA353C-A973-400E-AB5B-393181511B5F}" type="pres">
      <dgm:prSet presAssocID="{B2F7A4AF-54A9-49DE-B6F4-496F94294B86}" presName="accentRepeatNode" presStyleLbl="solidFgAcc1" presStyleIdx="1" presStyleCnt="3"/>
      <dgm:spPr/>
    </dgm:pt>
    <dgm:pt modelId="{DE983872-5CBF-451D-8AA4-8AEEE82BDB7E}" type="pres">
      <dgm:prSet presAssocID="{BABA107F-C666-4BFB-80A9-9249CF113E0B}" presName="text_3" presStyleLbl="node1" presStyleIdx="2" presStyleCnt="3">
        <dgm:presLayoutVars>
          <dgm:bulletEnabled val="1"/>
        </dgm:presLayoutVars>
      </dgm:prSet>
      <dgm:spPr/>
    </dgm:pt>
    <dgm:pt modelId="{47B37232-E29B-4E10-BBB5-E5ED445522F1}" type="pres">
      <dgm:prSet presAssocID="{BABA107F-C666-4BFB-80A9-9249CF113E0B}" presName="accent_3" presStyleCnt="0"/>
      <dgm:spPr/>
    </dgm:pt>
    <dgm:pt modelId="{D7C9C1E0-90BC-40E1-927C-2D4ACDA3BB32}" type="pres">
      <dgm:prSet presAssocID="{BABA107F-C666-4BFB-80A9-9249CF113E0B}" presName="accentRepeatNode" presStyleLbl="solidFgAcc1" presStyleIdx="2" presStyleCnt="3"/>
      <dgm:spPr/>
    </dgm:pt>
  </dgm:ptLst>
  <dgm:cxnLst>
    <dgm:cxn modelId="{9E310E04-ADF7-4099-A625-FD979896C120}" type="presOf" srcId="{34E86141-51AE-49B8-A3CC-4E369AB32381}" destId="{4C3C75CB-D8B9-4E96-89F0-FC61D6FE84AC}" srcOrd="0" destOrd="0" presId="urn:microsoft.com/office/officeart/2008/layout/VerticalCurvedList"/>
    <dgm:cxn modelId="{74888725-6E1E-4388-B836-E661AF630808}" type="presOf" srcId="{BABA107F-C666-4BFB-80A9-9249CF113E0B}" destId="{DE983872-5CBF-451D-8AA4-8AEEE82BDB7E}" srcOrd="0" destOrd="0" presId="urn:microsoft.com/office/officeart/2008/layout/VerticalCurvedList"/>
    <dgm:cxn modelId="{B5034D30-542E-4732-A074-876C0AC6DB22}" type="presOf" srcId="{B2F7A4AF-54A9-49DE-B6F4-496F94294B86}" destId="{A1EF349E-543C-4659-BC03-E876D14EA759}" srcOrd="0" destOrd="0" presId="urn:microsoft.com/office/officeart/2008/layout/VerticalCurvedList"/>
    <dgm:cxn modelId="{47E7A47D-01BD-42CE-9C1C-7C9A84D959E4}" type="presOf" srcId="{E68538D5-AF63-477F-8FA2-03DC53312ECC}" destId="{B24D2992-1DA1-42B9-BF5D-8E27D8A82BBF}" srcOrd="0" destOrd="0" presId="urn:microsoft.com/office/officeart/2008/layout/VerticalCurvedList"/>
    <dgm:cxn modelId="{55E92BA8-8250-494B-BAF8-7148E8679C9D}" srcId="{E68538D5-AF63-477F-8FA2-03DC53312ECC}" destId="{BABA107F-C666-4BFB-80A9-9249CF113E0B}" srcOrd="2" destOrd="0" parTransId="{335CBF1B-A45F-4669-A5FF-8D10577629C4}" sibTransId="{9EC79F96-22F0-4B56-926A-4A4B650D8168}"/>
    <dgm:cxn modelId="{CA1874BD-78A3-4D96-891A-00F1165030D3}" srcId="{E68538D5-AF63-477F-8FA2-03DC53312ECC}" destId="{34E86141-51AE-49B8-A3CC-4E369AB32381}" srcOrd="0" destOrd="0" parTransId="{B9F13F27-AB37-49A5-B8C1-D8CA86F70BD2}" sibTransId="{FB3E1E71-B12D-48D8-8E78-981A91E5C218}"/>
    <dgm:cxn modelId="{429DF9C0-26FE-462C-A618-63587C32B591}" srcId="{E68538D5-AF63-477F-8FA2-03DC53312ECC}" destId="{B2F7A4AF-54A9-49DE-B6F4-496F94294B86}" srcOrd="1" destOrd="0" parTransId="{13F40115-6CBF-46C8-8D43-E69ED5C26AF2}" sibTransId="{89240D08-4487-421F-8E60-8E139FEAAE69}"/>
    <dgm:cxn modelId="{93C836DB-32FF-47F2-84E2-C1ABA6378409}" type="presOf" srcId="{FB3E1E71-B12D-48D8-8E78-981A91E5C218}" destId="{6A9DDD10-1F4B-442D-8B19-383200280142}" srcOrd="0" destOrd="0" presId="urn:microsoft.com/office/officeart/2008/layout/VerticalCurvedList"/>
    <dgm:cxn modelId="{167FF36F-4E3F-41DF-A55A-4743783AAE40}" type="presParOf" srcId="{B24D2992-1DA1-42B9-BF5D-8E27D8A82BBF}" destId="{042D5EE2-D161-46F3-8AF8-C7332AF7A77E}" srcOrd="0" destOrd="0" presId="urn:microsoft.com/office/officeart/2008/layout/VerticalCurvedList"/>
    <dgm:cxn modelId="{ADFF433F-7ACE-46E0-A0E7-0B3FD41EC58E}" type="presParOf" srcId="{042D5EE2-D161-46F3-8AF8-C7332AF7A77E}" destId="{FB81F588-8323-4E2A-99F9-F58C32CC51F0}" srcOrd="0" destOrd="0" presId="urn:microsoft.com/office/officeart/2008/layout/VerticalCurvedList"/>
    <dgm:cxn modelId="{0DD7BA84-D71E-477B-A7DE-AC0629838F97}" type="presParOf" srcId="{FB81F588-8323-4E2A-99F9-F58C32CC51F0}" destId="{B874C5C8-77AF-40AD-97F0-4005773BB743}" srcOrd="0" destOrd="0" presId="urn:microsoft.com/office/officeart/2008/layout/VerticalCurvedList"/>
    <dgm:cxn modelId="{6F304A32-B9EB-4BDC-AE55-F99743014393}" type="presParOf" srcId="{FB81F588-8323-4E2A-99F9-F58C32CC51F0}" destId="{6A9DDD10-1F4B-442D-8B19-383200280142}" srcOrd="1" destOrd="0" presId="urn:microsoft.com/office/officeart/2008/layout/VerticalCurvedList"/>
    <dgm:cxn modelId="{AF3246C5-8268-4B52-BE90-3E56FF3A3F3F}" type="presParOf" srcId="{FB81F588-8323-4E2A-99F9-F58C32CC51F0}" destId="{149E3E5A-1241-423F-95DA-91BDCB9B14AC}" srcOrd="2" destOrd="0" presId="urn:microsoft.com/office/officeart/2008/layout/VerticalCurvedList"/>
    <dgm:cxn modelId="{14C4D3A9-D264-4C71-B69A-290024A4C076}" type="presParOf" srcId="{FB81F588-8323-4E2A-99F9-F58C32CC51F0}" destId="{D205A0CB-EEC8-4288-BD17-1EAAEE57A53D}" srcOrd="3" destOrd="0" presId="urn:microsoft.com/office/officeart/2008/layout/VerticalCurvedList"/>
    <dgm:cxn modelId="{091BA741-FDE6-467C-B11F-F35DDBD45709}" type="presParOf" srcId="{042D5EE2-D161-46F3-8AF8-C7332AF7A77E}" destId="{4C3C75CB-D8B9-4E96-89F0-FC61D6FE84AC}" srcOrd="1" destOrd="0" presId="urn:microsoft.com/office/officeart/2008/layout/VerticalCurvedList"/>
    <dgm:cxn modelId="{2DA110E5-74E2-4CD7-BB7D-D1BBF4152CF8}" type="presParOf" srcId="{042D5EE2-D161-46F3-8AF8-C7332AF7A77E}" destId="{E7ABEDA6-CFC0-46D3-9D2C-3DE991928E6B}" srcOrd="2" destOrd="0" presId="urn:microsoft.com/office/officeart/2008/layout/VerticalCurvedList"/>
    <dgm:cxn modelId="{F4103C65-F384-4891-9B2C-389A40C531B6}" type="presParOf" srcId="{E7ABEDA6-CFC0-46D3-9D2C-3DE991928E6B}" destId="{65F2CF7A-14B2-450D-8CAC-0026030D7434}" srcOrd="0" destOrd="0" presId="urn:microsoft.com/office/officeart/2008/layout/VerticalCurvedList"/>
    <dgm:cxn modelId="{0DC7544A-F122-40A7-80EC-81380C89F8B6}" type="presParOf" srcId="{042D5EE2-D161-46F3-8AF8-C7332AF7A77E}" destId="{A1EF349E-543C-4659-BC03-E876D14EA759}" srcOrd="3" destOrd="0" presId="urn:microsoft.com/office/officeart/2008/layout/VerticalCurvedList"/>
    <dgm:cxn modelId="{E08956CF-B2A6-439F-A019-815D40DB96F4}" type="presParOf" srcId="{042D5EE2-D161-46F3-8AF8-C7332AF7A77E}" destId="{B9EB14E0-6D81-4E50-8547-78427B883621}" srcOrd="4" destOrd="0" presId="urn:microsoft.com/office/officeart/2008/layout/VerticalCurvedList"/>
    <dgm:cxn modelId="{45CA3DB9-B456-425D-B098-6E99DFE64FD6}" type="presParOf" srcId="{B9EB14E0-6D81-4E50-8547-78427B883621}" destId="{F9EA353C-A973-400E-AB5B-393181511B5F}" srcOrd="0" destOrd="0" presId="urn:microsoft.com/office/officeart/2008/layout/VerticalCurvedList"/>
    <dgm:cxn modelId="{F0655FBC-0077-4040-90B4-553AF7F2EADB}" type="presParOf" srcId="{042D5EE2-D161-46F3-8AF8-C7332AF7A77E}" destId="{DE983872-5CBF-451D-8AA4-8AEEE82BDB7E}" srcOrd="5" destOrd="0" presId="urn:microsoft.com/office/officeart/2008/layout/VerticalCurvedList"/>
    <dgm:cxn modelId="{ECE2519C-C7D7-4252-8C75-8256F93BB6C4}" type="presParOf" srcId="{042D5EE2-D161-46F3-8AF8-C7332AF7A77E}" destId="{47B37232-E29B-4E10-BBB5-E5ED445522F1}" srcOrd="6" destOrd="0" presId="urn:microsoft.com/office/officeart/2008/layout/VerticalCurvedList"/>
    <dgm:cxn modelId="{1612C5B8-9D83-416C-9A9B-60CB4FAA8564}" type="presParOf" srcId="{47B37232-E29B-4E10-BBB5-E5ED445522F1}" destId="{D7C9C1E0-90BC-40E1-927C-2D4ACDA3BB32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3897D8-2BDA-4740-9959-CFF47C32041F}">
      <dsp:nvSpPr>
        <dsp:cNvPr id="0" name=""/>
        <dsp:cNvSpPr/>
      </dsp:nvSpPr>
      <dsp:spPr>
        <a:xfrm>
          <a:off x="6866347" y="851534"/>
          <a:ext cx="656653" cy="91440"/>
        </a:xfrm>
        <a:custGeom>
          <a:avLst/>
          <a:gdLst/>
          <a:ahLst/>
          <a:cxnLst/>
          <a:rect l="0" t="0" r="0" b="0"/>
          <a:pathLst>
            <a:path>
              <a:moveTo>
                <a:pt x="656653" y="45720"/>
              </a:moveTo>
              <a:lnTo>
                <a:pt x="0" y="45720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500" b="1" kern="1200"/>
        </a:p>
      </dsp:txBody>
      <dsp:txXfrm>
        <a:off x="7177492" y="893818"/>
        <a:ext cx="34362" cy="6872"/>
      </dsp:txXfrm>
    </dsp:sp>
    <dsp:sp modelId="{817078FC-6D23-4D26-83B8-CB3484871B5B}">
      <dsp:nvSpPr>
        <dsp:cNvPr id="0" name=""/>
        <dsp:cNvSpPr/>
      </dsp:nvSpPr>
      <dsp:spPr>
        <a:xfrm>
          <a:off x="7521200" y="837"/>
          <a:ext cx="2988059" cy="1792835"/>
        </a:xfrm>
        <a:prstGeom prst="rect">
          <a:avLst/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9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1. גיבוש רעיון להצעת חוק</a:t>
          </a:r>
          <a:endParaRPr lang="he-IL" sz="2900" b="1" kern="1200" dirty="0"/>
        </a:p>
      </dsp:txBody>
      <dsp:txXfrm>
        <a:off x="7521200" y="837"/>
        <a:ext cx="2988059" cy="1792835"/>
      </dsp:txXfrm>
    </dsp:sp>
    <dsp:sp modelId="{A99262A6-C161-40E0-90FD-FCC7DCF41A5A}">
      <dsp:nvSpPr>
        <dsp:cNvPr id="0" name=""/>
        <dsp:cNvSpPr/>
      </dsp:nvSpPr>
      <dsp:spPr>
        <a:xfrm>
          <a:off x="3191034" y="851534"/>
          <a:ext cx="656653" cy="91440"/>
        </a:xfrm>
        <a:custGeom>
          <a:avLst/>
          <a:gdLst/>
          <a:ahLst/>
          <a:cxnLst/>
          <a:rect l="0" t="0" r="0" b="0"/>
          <a:pathLst>
            <a:path>
              <a:moveTo>
                <a:pt x="656653" y="45720"/>
              </a:moveTo>
              <a:lnTo>
                <a:pt x="0" y="45720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157050"/>
              <a:satOff val="-1625"/>
              <a:lumOff val="135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500" b="1" kern="1200"/>
        </a:p>
      </dsp:txBody>
      <dsp:txXfrm>
        <a:off x="3502179" y="893818"/>
        <a:ext cx="34362" cy="6872"/>
      </dsp:txXfrm>
    </dsp:sp>
    <dsp:sp modelId="{5FB0DDD3-4564-4B8D-8CC4-9406F4C3BDBF}">
      <dsp:nvSpPr>
        <dsp:cNvPr id="0" name=""/>
        <dsp:cNvSpPr/>
      </dsp:nvSpPr>
      <dsp:spPr>
        <a:xfrm>
          <a:off x="3845887" y="837"/>
          <a:ext cx="2988059" cy="1792835"/>
        </a:xfrm>
        <a:prstGeom prst="rect">
          <a:avLst/>
        </a:prstGeom>
        <a:solidFill>
          <a:schemeClr val="accent2">
            <a:shade val="50000"/>
            <a:hueOff val="131215"/>
            <a:satOff val="3120"/>
            <a:lumOff val="170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9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2. איתור החוק והסעיפים הרלוונטיים לתיקון</a:t>
          </a:r>
        </a:p>
      </dsp:txBody>
      <dsp:txXfrm>
        <a:off x="3845887" y="837"/>
        <a:ext cx="2988059" cy="1792835"/>
      </dsp:txXfrm>
    </dsp:sp>
    <dsp:sp modelId="{D335E3C7-56BF-461C-9E33-70EA7720A599}">
      <dsp:nvSpPr>
        <dsp:cNvPr id="0" name=""/>
        <dsp:cNvSpPr/>
      </dsp:nvSpPr>
      <dsp:spPr>
        <a:xfrm>
          <a:off x="1664604" y="1791872"/>
          <a:ext cx="7350625" cy="6566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45426"/>
              </a:lnTo>
              <a:lnTo>
                <a:pt x="7350625" y="345426"/>
              </a:lnTo>
              <a:lnTo>
                <a:pt x="7350625" y="656653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314101"/>
              <a:satOff val="-3251"/>
              <a:lumOff val="27121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500" b="1" kern="1200"/>
        </a:p>
      </dsp:txBody>
      <dsp:txXfrm>
        <a:off x="5155350" y="2116763"/>
        <a:ext cx="369134" cy="6872"/>
      </dsp:txXfrm>
    </dsp:sp>
    <dsp:sp modelId="{B985633A-87E6-4F2C-AB4E-1DE8F9401406}">
      <dsp:nvSpPr>
        <dsp:cNvPr id="0" name=""/>
        <dsp:cNvSpPr/>
      </dsp:nvSpPr>
      <dsp:spPr>
        <a:xfrm>
          <a:off x="170574" y="837"/>
          <a:ext cx="2988059" cy="1792835"/>
        </a:xfrm>
        <a:prstGeom prst="rect">
          <a:avLst/>
        </a:prstGeom>
        <a:solidFill>
          <a:schemeClr val="accent2">
            <a:shade val="50000"/>
            <a:hueOff val="262430"/>
            <a:satOff val="6240"/>
            <a:lumOff val="3403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9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3. נוסח משולב</a:t>
          </a:r>
        </a:p>
      </dsp:txBody>
      <dsp:txXfrm>
        <a:off x="170574" y="837"/>
        <a:ext cx="2988059" cy="1792835"/>
      </dsp:txXfrm>
    </dsp:sp>
    <dsp:sp modelId="{8C29D1CF-2265-404D-A56B-1C49206FE31A}">
      <dsp:nvSpPr>
        <dsp:cNvPr id="0" name=""/>
        <dsp:cNvSpPr/>
      </dsp:nvSpPr>
      <dsp:spPr>
        <a:xfrm>
          <a:off x="6866347" y="3331624"/>
          <a:ext cx="656653" cy="91440"/>
        </a:xfrm>
        <a:custGeom>
          <a:avLst/>
          <a:gdLst/>
          <a:ahLst/>
          <a:cxnLst/>
          <a:rect l="0" t="0" r="0" b="0"/>
          <a:pathLst>
            <a:path>
              <a:moveTo>
                <a:pt x="656653" y="45720"/>
              </a:moveTo>
              <a:lnTo>
                <a:pt x="0" y="45720"/>
              </a:lnTo>
            </a:path>
          </a:pathLst>
        </a:custGeom>
        <a:noFill/>
        <a:ln w="9525" cap="flat" cmpd="sng" algn="ctr">
          <a:solidFill>
            <a:schemeClr val="accent2">
              <a:shade val="90000"/>
              <a:hueOff val="157050"/>
              <a:satOff val="-1625"/>
              <a:lumOff val="1356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he-IL" sz="500" b="1" kern="1200"/>
        </a:p>
      </dsp:txBody>
      <dsp:txXfrm>
        <a:off x="7177492" y="3373907"/>
        <a:ext cx="34362" cy="6872"/>
      </dsp:txXfrm>
    </dsp:sp>
    <dsp:sp modelId="{A8061FFF-0B40-4853-8A43-3874DF339BFB}">
      <dsp:nvSpPr>
        <dsp:cNvPr id="0" name=""/>
        <dsp:cNvSpPr/>
      </dsp:nvSpPr>
      <dsp:spPr>
        <a:xfrm>
          <a:off x="7521200" y="2480926"/>
          <a:ext cx="2988059" cy="1792835"/>
        </a:xfrm>
        <a:prstGeom prst="rect">
          <a:avLst/>
        </a:prstGeom>
        <a:solidFill>
          <a:schemeClr val="accent2">
            <a:shade val="50000"/>
            <a:hueOff val="262430"/>
            <a:satOff val="6240"/>
            <a:lumOff val="3403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9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4. ניסוח התיקון המוצע בתבנית</a:t>
          </a:r>
        </a:p>
      </dsp:txBody>
      <dsp:txXfrm>
        <a:off x="7521200" y="2480926"/>
        <a:ext cx="2988059" cy="1792835"/>
      </dsp:txXfrm>
    </dsp:sp>
    <dsp:sp modelId="{78FD0C0E-209D-452A-A197-89D7AEA8A7F5}">
      <dsp:nvSpPr>
        <dsp:cNvPr id="0" name=""/>
        <dsp:cNvSpPr/>
      </dsp:nvSpPr>
      <dsp:spPr>
        <a:xfrm>
          <a:off x="3845887" y="2480926"/>
          <a:ext cx="2988059" cy="1792835"/>
        </a:xfrm>
        <a:prstGeom prst="rect">
          <a:avLst/>
        </a:prstGeom>
        <a:solidFill>
          <a:schemeClr val="accent2">
            <a:shade val="50000"/>
            <a:hueOff val="131215"/>
            <a:satOff val="3120"/>
            <a:lumOff val="17018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9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5. ניסוח דברי הסבר</a:t>
          </a:r>
        </a:p>
      </dsp:txBody>
      <dsp:txXfrm>
        <a:off x="3845887" y="2480926"/>
        <a:ext cx="2988059" cy="1792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50AA4-8E5F-49AD-ABA5-DBC2D0352DD1}">
      <dsp:nvSpPr>
        <dsp:cNvPr id="0" name=""/>
        <dsp:cNvSpPr/>
      </dsp:nvSpPr>
      <dsp:spPr>
        <a:xfrm>
          <a:off x="6418046" y="1669409"/>
          <a:ext cx="2380338" cy="1428203"/>
        </a:xfrm>
        <a:prstGeom prst="rect">
          <a:avLst/>
        </a:prstGeom>
        <a:solidFill>
          <a:schemeClr val="accent3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האם הצעה דומה/זהה כבר הוגשה?</a:t>
          </a:r>
        </a:p>
      </dsp:txBody>
      <dsp:txXfrm>
        <a:off x="6418046" y="1669409"/>
        <a:ext cx="2380338" cy="1428203"/>
      </dsp:txXfrm>
    </dsp:sp>
    <dsp:sp modelId="{167C3670-AFAB-448C-992F-CAEFEF80B68D}">
      <dsp:nvSpPr>
        <dsp:cNvPr id="0" name=""/>
        <dsp:cNvSpPr/>
      </dsp:nvSpPr>
      <dsp:spPr>
        <a:xfrm>
          <a:off x="3648545" y="1669409"/>
          <a:ext cx="2380338" cy="1428203"/>
        </a:xfrm>
        <a:prstGeom prst="rect">
          <a:avLst/>
        </a:prstGeom>
        <a:solidFill>
          <a:schemeClr val="accent3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התייעצות עם גורמים רלוונטיים</a:t>
          </a:r>
        </a:p>
      </dsp:txBody>
      <dsp:txXfrm>
        <a:off x="3648545" y="1669409"/>
        <a:ext cx="2380338" cy="1428203"/>
      </dsp:txXfrm>
    </dsp:sp>
    <dsp:sp modelId="{BC9B9A75-9B05-4E23-914C-C145472278C1}">
      <dsp:nvSpPr>
        <dsp:cNvPr id="0" name=""/>
        <dsp:cNvSpPr/>
      </dsp:nvSpPr>
      <dsp:spPr>
        <a:xfrm>
          <a:off x="888137" y="1669409"/>
          <a:ext cx="2380338" cy="1428203"/>
        </a:xfrm>
        <a:prstGeom prst="rect">
          <a:avLst/>
        </a:prstGeom>
        <a:solidFill>
          <a:schemeClr val="accent3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ניסוח טיוטה ראשונית לדברי ההסבר</a:t>
          </a:r>
        </a:p>
      </dsp:txBody>
      <dsp:txXfrm>
        <a:off x="888137" y="1669409"/>
        <a:ext cx="2380338" cy="1428203"/>
      </dsp:txXfrm>
    </dsp:sp>
    <dsp:sp modelId="{A133C243-8B51-44E5-B209-4D50DD512475}">
      <dsp:nvSpPr>
        <dsp:cNvPr id="0" name=""/>
        <dsp:cNvSpPr/>
      </dsp:nvSpPr>
      <dsp:spPr>
        <a:xfrm>
          <a:off x="4984344" y="14078"/>
          <a:ext cx="2380338" cy="1428203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מה הבעיה?</a:t>
          </a:r>
        </a:p>
      </dsp:txBody>
      <dsp:txXfrm>
        <a:off x="4984344" y="14078"/>
        <a:ext cx="2380338" cy="1428203"/>
      </dsp:txXfrm>
    </dsp:sp>
    <dsp:sp modelId="{CA6178CC-A776-4548-95CB-5C9DA54E0963}">
      <dsp:nvSpPr>
        <dsp:cNvPr id="0" name=""/>
        <dsp:cNvSpPr/>
      </dsp:nvSpPr>
      <dsp:spPr>
        <a:xfrm>
          <a:off x="2250548" y="14078"/>
          <a:ext cx="2380338" cy="1428203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מה הפתרון?</a:t>
          </a:r>
        </a:p>
      </dsp:txBody>
      <dsp:txXfrm>
        <a:off x="2250548" y="14078"/>
        <a:ext cx="2380338" cy="14282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F50AA4-8E5F-49AD-ABA5-DBC2D0352DD1}">
      <dsp:nvSpPr>
        <dsp:cNvPr id="0" name=""/>
        <dsp:cNvSpPr/>
      </dsp:nvSpPr>
      <dsp:spPr>
        <a:xfrm>
          <a:off x="6418046" y="1669409"/>
          <a:ext cx="2380338" cy="1428203"/>
        </a:xfrm>
        <a:prstGeom prst="rect">
          <a:avLst/>
        </a:prstGeom>
        <a:solidFill>
          <a:schemeClr val="accent3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לקרוא</a:t>
          </a:r>
        </a:p>
      </dsp:txBody>
      <dsp:txXfrm>
        <a:off x="6418046" y="1669409"/>
        <a:ext cx="2380338" cy="1428203"/>
      </dsp:txXfrm>
    </dsp:sp>
    <dsp:sp modelId="{167C3670-AFAB-448C-992F-CAEFEF80B68D}">
      <dsp:nvSpPr>
        <dsp:cNvPr id="0" name=""/>
        <dsp:cNvSpPr/>
      </dsp:nvSpPr>
      <dsp:spPr>
        <a:xfrm>
          <a:off x="3648545" y="1669409"/>
          <a:ext cx="2380338" cy="1428203"/>
        </a:xfrm>
        <a:prstGeom prst="rect">
          <a:avLst/>
        </a:prstGeom>
        <a:solidFill>
          <a:schemeClr val="accent3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6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חוקים</a:t>
          </a:r>
        </a:p>
      </dsp:txBody>
      <dsp:txXfrm>
        <a:off x="3648545" y="1669409"/>
        <a:ext cx="2380338" cy="1428203"/>
      </dsp:txXfrm>
    </dsp:sp>
    <dsp:sp modelId="{BC9B9A75-9B05-4E23-914C-C145472278C1}">
      <dsp:nvSpPr>
        <dsp:cNvPr id="0" name=""/>
        <dsp:cNvSpPr/>
      </dsp:nvSpPr>
      <dsp:spPr>
        <a:xfrm>
          <a:off x="888137" y="1669409"/>
          <a:ext cx="2380338" cy="1428203"/>
        </a:xfrm>
        <a:prstGeom prst="rect">
          <a:avLst/>
        </a:prstGeom>
        <a:solidFill>
          <a:schemeClr val="accent3">
            <a:lumMod val="75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דומים</a:t>
          </a:r>
        </a:p>
      </dsp:txBody>
      <dsp:txXfrm>
        <a:off x="888137" y="1669409"/>
        <a:ext cx="2380338" cy="1428203"/>
      </dsp:txXfrm>
    </dsp:sp>
    <dsp:sp modelId="{A133C243-8B51-44E5-B209-4D50DD512475}">
      <dsp:nvSpPr>
        <dsp:cNvPr id="0" name=""/>
        <dsp:cNvSpPr/>
      </dsp:nvSpPr>
      <dsp:spPr>
        <a:xfrm>
          <a:off x="4984344" y="14078"/>
          <a:ext cx="2380338" cy="1428203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חלוקת סמכויות צריכה להיות בהרמוניה חקיקתית מינימלית</a:t>
          </a:r>
        </a:p>
      </dsp:txBody>
      <dsp:txXfrm>
        <a:off x="4984344" y="14078"/>
        <a:ext cx="2380338" cy="1428203"/>
      </dsp:txXfrm>
    </dsp:sp>
    <dsp:sp modelId="{CA6178CC-A776-4548-95CB-5C9DA54E0963}">
      <dsp:nvSpPr>
        <dsp:cNvPr id="0" name=""/>
        <dsp:cNvSpPr/>
      </dsp:nvSpPr>
      <dsp:spPr>
        <a:xfrm>
          <a:off x="2250548" y="14078"/>
          <a:ext cx="2380338" cy="1428203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18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רציונל – לראות שהפתרון שהצענו אכן פותר את הבעיה</a:t>
          </a:r>
        </a:p>
      </dsp:txBody>
      <dsp:txXfrm>
        <a:off x="2250548" y="14078"/>
        <a:ext cx="2380338" cy="14282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9DDD10-1F4B-442D-8B19-383200280142}">
      <dsp:nvSpPr>
        <dsp:cNvPr id="0" name=""/>
        <dsp:cNvSpPr/>
      </dsp:nvSpPr>
      <dsp:spPr>
        <a:xfrm>
          <a:off x="5741526" y="-576553"/>
          <a:ext cx="4473763" cy="4473763"/>
        </a:xfrm>
        <a:prstGeom prst="blockArc">
          <a:avLst>
            <a:gd name="adj1" fmla="val 8100000"/>
            <a:gd name="adj2" fmla="val 13500000"/>
            <a:gd name="adj3" fmla="val 483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3C75CB-D8B9-4E96-89F0-FC61D6FE84AC}">
      <dsp:nvSpPr>
        <dsp:cNvPr id="0" name=""/>
        <dsp:cNvSpPr/>
      </dsp:nvSpPr>
      <dsp:spPr>
        <a:xfrm>
          <a:off x="43446" y="332065"/>
          <a:ext cx="5955226" cy="6641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527154" bIns="6096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מצב משפטי קיים</a:t>
          </a:r>
          <a:endParaRPr lang="he-IL" sz="2400" b="1" kern="1200" dirty="0"/>
        </a:p>
      </dsp:txBody>
      <dsp:txXfrm>
        <a:off x="43446" y="332065"/>
        <a:ext cx="5955226" cy="664131"/>
      </dsp:txXfrm>
    </dsp:sp>
    <dsp:sp modelId="{65F2CF7A-14B2-450D-8CAC-0026030D7434}">
      <dsp:nvSpPr>
        <dsp:cNvPr id="0" name=""/>
        <dsp:cNvSpPr/>
      </dsp:nvSpPr>
      <dsp:spPr>
        <a:xfrm>
          <a:off x="5583590" y="249049"/>
          <a:ext cx="830164" cy="8301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EF349E-543C-4659-BC03-E876D14EA759}">
      <dsp:nvSpPr>
        <dsp:cNvPr id="0" name=""/>
        <dsp:cNvSpPr/>
      </dsp:nvSpPr>
      <dsp:spPr>
        <a:xfrm>
          <a:off x="43446" y="1328262"/>
          <a:ext cx="5713814" cy="6641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527154" bIns="6096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ביקורת על המצב המשפטי</a:t>
          </a:r>
        </a:p>
      </dsp:txBody>
      <dsp:txXfrm>
        <a:off x="43446" y="1328262"/>
        <a:ext cx="5713814" cy="664131"/>
      </dsp:txXfrm>
    </dsp:sp>
    <dsp:sp modelId="{F9EA353C-A973-400E-AB5B-393181511B5F}">
      <dsp:nvSpPr>
        <dsp:cNvPr id="0" name=""/>
        <dsp:cNvSpPr/>
      </dsp:nvSpPr>
      <dsp:spPr>
        <a:xfrm>
          <a:off x="5342179" y="1245246"/>
          <a:ext cx="830164" cy="8301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983872-5CBF-451D-8AA4-8AEEE82BDB7E}">
      <dsp:nvSpPr>
        <dsp:cNvPr id="0" name=""/>
        <dsp:cNvSpPr/>
      </dsp:nvSpPr>
      <dsp:spPr>
        <a:xfrm>
          <a:off x="43446" y="2324459"/>
          <a:ext cx="5955226" cy="6641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527154" bIns="60960" numCol="1" spcCol="1270" anchor="ctr" anchorCtr="0">
          <a:noAutofit/>
        </a:bodyPr>
        <a:lstStyle/>
        <a:p>
          <a:pPr marL="0" lvl="0" indent="0" algn="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he-IL" sz="2400" b="1" kern="1200" dirty="0">
              <a:latin typeface="Assistant" panose="00000500000000000000" pitchFamily="2" charset="-79"/>
              <a:cs typeface="Assistant" panose="00000500000000000000" pitchFamily="2" charset="-79"/>
            </a:rPr>
            <a:t>מהות התיקון המוצע ("לפיכך מוצע...")</a:t>
          </a:r>
        </a:p>
      </dsp:txBody>
      <dsp:txXfrm>
        <a:off x="43446" y="2324459"/>
        <a:ext cx="5955226" cy="664131"/>
      </dsp:txXfrm>
    </dsp:sp>
    <dsp:sp modelId="{D7C9C1E0-90BC-40E1-927C-2D4ACDA3BB32}">
      <dsp:nvSpPr>
        <dsp:cNvPr id="0" name=""/>
        <dsp:cNvSpPr/>
      </dsp:nvSpPr>
      <dsp:spPr>
        <a:xfrm>
          <a:off x="5583590" y="2241443"/>
          <a:ext cx="830164" cy="83016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8648DB3-F466-49AA-AD9B-CE053675FD5B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E1E8806-17C1-463C-8B2C-811C1DAF078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9541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8652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564698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56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3054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1121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107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0708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923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39287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51564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5916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26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6332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9502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נכון או לא נכו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269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39798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408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44003D0-E843-4C58-93C7-1E60B86B0131}" type="datetimeFigureOut">
              <a:rPr lang="he-IL" smtClean="0"/>
              <a:t>כ"ט/חשון/תשפ"ה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2B7DC2-FD24-4A43-90CE-F28FCED79007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5166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1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2857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slide" Target="slide15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diagramLayout" Target="../diagrams/layout2.xml"/><Relationship Id="rId7" Type="http://schemas.openxmlformats.org/officeDocument/2006/relationships/image" Target="../media/image8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Relationship Id="rId9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slide" Target="slid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hyperlink" Target="https://www.gov.il/he/pages/legislation-documents?chapterIndex=8" TargetMode="Externa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03A5D7-41C9-ED57-B821-3D81CA126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rtl="0"/>
            <a:r>
              <a:rPr lang="he-IL" sz="3600" b="1" dirty="0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מדריך להגשת הצעת חוק לדיון מוקדם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512D9CB-6E11-B7DC-91FD-4455D82F12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הדרכה לקליניקת הכנסת</a:t>
            </a:r>
          </a:p>
          <a:p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דצמבר 2024</a:t>
            </a:r>
          </a:p>
        </p:txBody>
      </p:sp>
    </p:spTree>
    <p:extLst>
      <p:ext uri="{BB962C8B-B14F-4D97-AF65-F5344CB8AC3E}">
        <p14:creationId xmlns:p14="http://schemas.microsoft.com/office/powerpoint/2010/main" val="2403628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7F2F1E-A2AE-E682-9AFD-E57353D7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 b="1" dirty="0">
                <a:latin typeface="Assistant" panose="00000500000000000000" pitchFamily="2" charset="-79"/>
                <a:cs typeface="Assistant" panose="00000500000000000000" pitchFamily="2" charset="-79"/>
              </a:rPr>
              <a:t>המסגרת הכללית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7CE71A-1AC1-66E7-F588-316783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1933" y="2477032"/>
            <a:ext cx="9601196" cy="3701826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תקנון הכנסת קובע מסגרת כללית לאופן הגשת הצעת חוק פרטית: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 algn="just">
              <a:lnSpc>
                <a:spcPct val="110000"/>
              </a:lnSpc>
              <a:buNone/>
            </a:pPr>
            <a:endParaRPr lang="he-IL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 algn="just">
              <a:lnSpc>
                <a:spcPct val="110000"/>
              </a:lnSpc>
              <a:buNone/>
            </a:pPr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לאחר הכנת ההצעה להנחה על ידי הח"כ והלשכה המשפטית של הכנסת, ההצעה מועברת לאישור נשיאות הכנסת ולאחר האישור מונחת על שולחן הכנסת: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02DE10CB-BFE8-0F62-3417-6B80C750A100}"/>
              </a:ext>
            </a:extLst>
          </p:cNvPr>
          <p:cNvSpPr txBox="1"/>
          <p:nvPr/>
        </p:nvSpPr>
        <p:spPr>
          <a:xfrm>
            <a:off x="2627790" y="3151189"/>
            <a:ext cx="7111014" cy="6948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just" rtl="1">
              <a:lnSpc>
                <a:spcPct val="110000"/>
              </a:lnSpc>
              <a:buNone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"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חבר הכנסת 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שאינו שר או סגן שר 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רשאי להגיש הצעת חוק פרטית</a:t>
            </a: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;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ההצעה 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תנוסח כחוק 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ויצורפו לה 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דברי הסבר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." </a:t>
            </a: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(סעיף 75(א) לתקנון הכנסת)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03797467-1A3A-86AE-8E24-A245B3A7597C}"/>
              </a:ext>
            </a:extLst>
          </p:cNvPr>
          <p:cNvSpPr txBox="1"/>
          <p:nvPr/>
        </p:nvSpPr>
        <p:spPr>
          <a:xfrm>
            <a:off x="2627790" y="5069615"/>
            <a:ext cx="7111014" cy="99950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>
            <a:spAutoFit/>
          </a:bodyPr>
          <a:lstStyle/>
          <a:p>
            <a:pPr marL="0" indent="0" algn="just" rtl="1">
              <a:lnSpc>
                <a:spcPct val="110000"/>
              </a:lnSpc>
              <a:buNone/>
            </a:pP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"הצעת חוק פרטית תובא ל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אישור נשיאות הכנסת</a:t>
            </a:r>
            <a:r>
              <a:rPr lang="en-US" dirty="0">
                <a:latin typeface="David" panose="020E0502060401010101" pitchFamily="34" charset="-79"/>
                <a:cs typeface="David" panose="020E0502060401010101" pitchFamily="34" charset="-79"/>
              </a:rPr>
              <a:t>;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נשיאות הכנסת לא תאשר הצעת חוק שלדעתה 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שוללת את קיומה של מדינת ישראל כמדינתו של העם היהודי 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או שהיא 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גזענית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במהותה." </a:t>
            </a:r>
            <a:r>
              <a:rPr lang="he-IL" sz="1600" dirty="0">
                <a:latin typeface="David" panose="020E0502060401010101" pitchFamily="34" charset="-79"/>
                <a:cs typeface="David" panose="020E0502060401010101" pitchFamily="34" charset="-79"/>
              </a:rPr>
              <a:t>(סעיף 75(ה) לתקנון הכנסת)</a:t>
            </a: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03669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03A5D7-41C9-ED57-B821-3D81CA126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sz="3900" b="1" dirty="0">
                <a:latin typeface="Assistant" panose="00000500000000000000" pitchFamily="2" charset="-79"/>
                <a:cs typeface="Assistant" panose="00000500000000000000" pitchFamily="2" charset="-79"/>
              </a:rPr>
              <a:t>היכרות עם תהליך העבודה </a:t>
            </a:r>
            <a:r>
              <a:rPr lang="he-IL" sz="3900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ssistant" panose="00000500000000000000" pitchFamily="2" charset="-79"/>
                <a:ea typeface="+mj-ea"/>
                <a:cs typeface="Assistant" panose="00000500000000000000" pitchFamily="2" charset="-79"/>
              </a:rPr>
              <a:t>על הצעת חוק לדיון מוקדם</a:t>
            </a:r>
            <a:endParaRPr lang="he-IL" sz="3900" b="1" dirty="0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9D2A5348-45AC-9ED3-4120-9D141A11B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0089" y="4057528"/>
            <a:ext cx="811821" cy="76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7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BDA348-0AAD-CC12-2933-3802206215AC}"/>
              </a:ext>
            </a:extLst>
          </p:cNvPr>
          <p:cNvSpPr txBox="1">
            <a:spLocks/>
          </p:cNvSpPr>
          <p:nvPr/>
        </p:nvSpPr>
        <p:spPr>
          <a:xfrm>
            <a:off x="1295402" y="982132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sz="4000">
                <a:latin typeface="Assistant" panose="00000500000000000000" pitchFamily="2" charset="-79"/>
                <a:cs typeface="Assistant" panose="00000500000000000000" pitchFamily="2" charset="-79"/>
              </a:rPr>
              <a:t>שלבי העבודה על הצעת חוק טרומית</a:t>
            </a:r>
            <a:endParaRPr lang="he-IL" sz="40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graphicFrame>
        <p:nvGraphicFramePr>
          <p:cNvPr id="3" name="דיאגרמה 2">
            <a:extLst>
              <a:ext uri="{FF2B5EF4-FFF2-40B4-BE49-F238E27FC236}">
                <a16:creationId xmlns:a16="http://schemas.microsoft.com/office/drawing/2014/main" id="{53F50353-C638-1F93-966C-8A213E91D8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9001009"/>
              </p:ext>
            </p:extLst>
          </p:nvPr>
        </p:nvGraphicFramePr>
        <p:xfrm>
          <a:off x="756082" y="1870362"/>
          <a:ext cx="10679835" cy="42745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לחצן פעולה: עזרה 7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9C41F124-A8A9-F7F6-50E6-7315F5EE5359}"/>
              </a:ext>
            </a:extLst>
          </p:cNvPr>
          <p:cNvSpPr/>
          <p:nvPr/>
        </p:nvSpPr>
        <p:spPr>
          <a:xfrm>
            <a:off x="756082" y="5455227"/>
            <a:ext cx="802554" cy="689734"/>
          </a:xfrm>
          <a:prstGeom prst="actionButtonHelp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6107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18C62CE2-8E39-CF44-DAB2-E27809FD1793}"/>
              </a:ext>
            </a:extLst>
          </p:cNvPr>
          <p:cNvSpPr txBox="1">
            <a:spLocks/>
          </p:cNvSpPr>
          <p:nvPr/>
        </p:nvSpPr>
        <p:spPr>
          <a:xfrm>
            <a:off x="1295402" y="982132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sz="4000" dirty="0">
                <a:latin typeface="Assistant" panose="00000500000000000000" pitchFamily="2" charset="-79"/>
                <a:cs typeface="Assistant" panose="00000500000000000000" pitchFamily="2" charset="-79"/>
              </a:rPr>
              <a:t>שלב ראשון – גיבוש רעיון להצעת חוק</a:t>
            </a:r>
            <a:endParaRPr lang="he-IL" sz="4000" dirty="0"/>
          </a:p>
        </p:txBody>
      </p:sp>
      <p:graphicFrame>
        <p:nvGraphicFramePr>
          <p:cNvPr id="5" name="מציין מיקום תוכן 3">
            <a:extLst>
              <a:ext uri="{FF2B5EF4-FFF2-40B4-BE49-F238E27FC236}">
                <a16:creationId xmlns:a16="http://schemas.microsoft.com/office/drawing/2014/main" id="{145F6058-DC1B-2052-15D0-725A21932D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22532736"/>
              </p:ext>
            </p:extLst>
          </p:nvPr>
        </p:nvGraphicFramePr>
        <p:xfrm>
          <a:off x="1295402" y="1986725"/>
          <a:ext cx="9411070" cy="3097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183B035A-90A1-E3D2-4A0D-3670E7C4C8A2}"/>
              </a:ext>
            </a:extLst>
          </p:cNvPr>
          <p:cNvSpPr txBox="1"/>
          <p:nvPr/>
        </p:nvSpPr>
        <p:spPr>
          <a:xfrm>
            <a:off x="3769894" y="5416807"/>
            <a:ext cx="4828673" cy="3416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r" rtl="1">
              <a:lnSpc>
                <a:spcPct val="90000"/>
              </a:lnSpc>
              <a:buNone/>
            </a:pPr>
            <a:r>
              <a:rPr lang="he-IL" sz="1800" dirty="0">
                <a:latin typeface="Assistant" panose="00000500000000000000" pitchFamily="2" charset="-79"/>
                <a:cs typeface="Assistant" panose="00000500000000000000" pitchFamily="2" charset="-79"/>
              </a:rPr>
              <a:t>במידה והפתרון מצוי ב</a:t>
            </a:r>
            <a:r>
              <a:rPr lang="he-IL" sz="1800" b="1" dirty="0">
                <a:latin typeface="Assistant" panose="00000500000000000000" pitchFamily="2" charset="-79"/>
                <a:cs typeface="Assistant" panose="00000500000000000000" pitchFamily="2" charset="-79"/>
              </a:rPr>
              <a:t>חקיקה ראשית</a:t>
            </a:r>
            <a:r>
              <a:rPr lang="he-IL" sz="1800" dirty="0">
                <a:latin typeface="Assistant" panose="00000500000000000000" pitchFamily="2" charset="-79"/>
                <a:cs typeface="Assistant" panose="00000500000000000000" pitchFamily="2" charset="-79"/>
              </a:rPr>
              <a:t>, נעבור לשלב הבא</a:t>
            </a:r>
          </a:p>
        </p:txBody>
      </p:sp>
      <p:pic>
        <p:nvPicPr>
          <p:cNvPr id="9" name="גרפיקה 8" descr="רעיון טוב עם מילוי מלא">
            <a:extLst>
              <a:ext uri="{FF2B5EF4-FFF2-40B4-BE49-F238E27FC236}">
                <a16:creationId xmlns:a16="http://schemas.microsoft.com/office/drawing/2014/main" id="{57F26FA5-12FB-CA94-33B2-A4596B96D8D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41764" y="774354"/>
            <a:ext cx="1101024" cy="1101024"/>
          </a:xfrm>
          <a:prstGeom prst="rect">
            <a:avLst/>
          </a:prstGeom>
        </p:spPr>
      </p:pic>
      <p:sp>
        <p:nvSpPr>
          <p:cNvPr id="10" name="לחצן פעולה: חזרה 9">
            <a:hlinkClick r:id="rId9" action="ppaction://hlinksldjump" highlightClick="1"/>
            <a:extLst>
              <a:ext uri="{FF2B5EF4-FFF2-40B4-BE49-F238E27FC236}">
                <a16:creationId xmlns:a16="http://schemas.microsoft.com/office/drawing/2014/main" id="{DDB508AF-BFC3-C359-8FD8-75BF633D63BC}"/>
              </a:ext>
            </a:extLst>
          </p:cNvPr>
          <p:cNvSpPr/>
          <p:nvPr/>
        </p:nvSpPr>
        <p:spPr>
          <a:xfrm>
            <a:off x="695820" y="5447919"/>
            <a:ext cx="748145" cy="706582"/>
          </a:xfrm>
          <a:prstGeom prst="actionButtonRetur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629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6CE9AA-7BE5-316A-D1D1-772F3A754F4F}"/>
              </a:ext>
            </a:extLst>
          </p:cNvPr>
          <p:cNvSpPr txBox="1">
            <a:spLocks/>
          </p:cNvSpPr>
          <p:nvPr/>
        </p:nvSpPr>
        <p:spPr>
          <a:xfrm>
            <a:off x="1295402" y="982132"/>
            <a:ext cx="9601196" cy="1303867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1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sz="4000" dirty="0">
                <a:latin typeface="Assistant" panose="00000500000000000000" pitchFamily="2" charset="-79"/>
                <a:cs typeface="Assistant" panose="00000500000000000000" pitchFamily="2" charset="-79"/>
              </a:rPr>
              <a:t>שלב ראשון – גיבוש רעיון להצעת חוק</a:t>
            </a:r>
            <a:endParaRPr lang="he-IL" sz="4000" dirty="0"/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87DC439-6430-3CFA-F31E-AC98D136DAA3}"/>
              </a:ext>
            </a:extLst>
          </p:cNvPr>
          <p:cNvSpPr txBox="1"/>
          <p:nvPr/>
        </p:nvSpPr>
        <p:spPr>
          <a:xfrm>
            <a:off x="5100355" y="2115183"/>
            <a:ext cx="1991290" cy="3416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r" rtl="1">
              <a:lnSpc>
                <a:spcPct val="90000"/>
              </a:lnSpc>
              <a:buNone/>
            </a:pPr>
            <a:r>
              <a:rPr lang="he-IL" sz="1800" dirty="0">
                <a:latin typeface="Assistant" panose="00000500000000000000" pitchFamily="2" charset="-79"/>
                <a:cs typeface="Assistant" panose="00000500000000000000" pitchFamily="2" charset="-79"/>
              </a:rPr>
              <a:t>למה חשוב לשים לב?</a:t>
            </a:r>
          </a:p>
        </p:txBody>
      </p:sp>
      <p:graphicFrame>
        <p:nvGraphicFramePr>
          <p:cNvPr id="5" name="מציין מיקום תוכן 3">
            <a:extLst>
              <a:ext uri="{FF2B5EF4-FFF2-40B4-BE49-F238E27FC236}">
                <a16:creationId xmlns:a16="http://schemas.microsoft.com/office/drawing/2014/main" id="{F26B6FE7-F8D1-5FA8-1B32-AC3F7731F6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9463103"/>
              </p:ext>
            </p:extLst>
          </p:nvPr>
        </p:nvGraphicFramePr>
        <p:xfrm>
          <a:off x="1390465" y="2674983"/>
          <a:ext cx="9411070" cy="3097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4463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7F2F1E-A2AE-E682-9AFD-E57353D7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Assistant" panose="00000500000000000000" pitchFamily="2" charset="-79"/>
                <a:cs typeface="Assistant" panose="00000500000000000000" pitchFamily="2" charset="-79"/>
              </a:rPr>
              <a:t>שלב שני – איתור החוק והסעיפים הרלוונטיים לתיקון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7CE71A-1AC1-66E7-F588-316783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92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ניתן להסתייע בהצעות זהות/דומות (אם ישנן)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A6A542C3-EC74-DC8A-DFF0-2EFF3176D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511" y="3176842"/>
            <a:ext cx="8478175" cy="391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041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8181A50-C8BE-4392-983D-C06579080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C3199F17-9041-54A7-885D-36D8B1A38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3491"/>
            <a:ext cx="12192003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85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181A50-C8BE-4392-983D-C06579080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6DFCCED0-27A7-6458-E80D-F3BBC758B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71" y="105690"/>
            <a:ext cx="11369963" cy="6623005"/>
          </a:xfrm>
          <a:prstGeom prst="rect">
            <a:avLst/>
          </a:prstGeom>
        </p:spPr>
      </p:pic>
      <p:sp>
        <p:nvSpPr>
          <p:cNvPr id="5" name="לחצן פעולה: חזרה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A7BB0B7F-CA79-F7B9-D3DD-D9B5509F9FED}"/>
              </a:ext>
            </a:extLst>
          </p:cNvPr>
          <p:cNvSpPr/>
          <p:nvPr/>
        </p:nvSpPr>
        <p:spPr>
          <a:xfrm>
            <a:off x="50798" y="6045728"/>
            <a:ext cx="748145" cy="706582"/>
          </a:xfrm>
          <a:prstGeom prst="actionButtonRetur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5878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7F2F1E-A2AE-E682-9AFD-E57353D7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5503" y="1066238"/>
            <a:ext cx="9601196" cy="1303867"/>
          </a:xfrm>
        </p:spPr>
        <p:txBody>
          <a:bodyPr>
            <a:normAutofit/>
          </a:bodyPr>
          <a:lstStyle/>
          <a:p>
            <a:r>
              <a:rPr lang="he-IL" sz="4000" dirty="0">
                <a:latin typeface="Assistant" panose="00000500000000000000" pitchFamily="2" charset="-79"/>
                <a:cs typeface="Assistant" panose="00000500000000000000" pitchFamily="2" charset="-79"/>
              </a:rPr>
              <a:t>שלב שלישי – נוסח משולב (חובה!)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7CE71A-1AC1-66E7-F588-316783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9208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he-IL" sz="2000" dirty="0">
                <a:latin typeface="Assistant" panose="00000500000000000000" pitchFamily="2" charset="-79"/>
                <a:cs typeface="Assistant" panose="00000500000000000000" pitchFamily="2" charset="-79"/>
              </a:rPr>
              <a:t>שילוב התיקון המוצע בנוסח החוק הקיים (העתקת הסעיפים הרלוונטיים לתיקון ועריכה ב"עקוב אחר שינויים" בהתאם לתיקון המבוקש)</a:t>
            </a:r>
          </a:p>
          <a:p>
            <a:pPr marL="0" indent="0">
              <a:buNone/>
            </a:pPr>
            <a:endParaRPr lang="he-IL" sz="2000" dirty="0"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>
              <a:buNone/>
            </a:pPr>
            <a:endParaRPr lang="he-IL" sz="2000" dirty="0"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7E63C7EC-1415-245A-70DC-15FB0C5BF3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711" y="4396700"/>
            <a:ext cx="4970075" cy="1083773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35BB7AA8-3BF7-6CA7-405F-E93A54AE75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909" y="3141474"/>
            <a:ext cx="4836284" cy="1164196"/>
          </a:xfrm>
          <a:prstGeom prst="rect">
            <a:avLst/>
          </a:prstGeom>
        </p:spPr>
      </p:pic>
      <p:pic>
        <p:nvPicPr>
          <p:cNvPr id="11" name="תמונה 10">
            <a:extLst>
              <a:ext uri="{FF2B5EF4-FFF2-40B4-BE49-F238E27FC236}">
                <a16:creationId xmlns:a16="http://schemas.microsoft.com/office/drawing/2014/main" id="{1D2E3A1E-E96F-0DEA-DCF2-6EB7E2129D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266" y="3881447"/>
            <a:ext cx="5840528" cy="1083773"/>
          </a:xfrm>
          <a:prstGeom prst="rect">
            <a:avLst/>
          </a:prstGeom>
        </p:spPr>
      </p:pic>
      <p:sp>
        <p:nvSpPr>
          <p:cNvPr id="5" name="לחצן פעולה: חזרה 4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CA650017-1680-4E51-63D3-58D20D3C7601}"/>
              </a:ext>
            </a:extLst>
          </p:cNvPr>
          <p:cNvSpPr/>
          <p:nvPr/>
        </p:nvSpPr>
        <p:spPr>
          <a:xfrm>
            <a:off x="695820" y="5447919"/>
            <a:ext cx="748145" cy="706582"/>
          </a:xfrm>
          <a:prstGeom prst="actionButtonRetur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85513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49C117F-F390-437B-ADB0-57E87EFF3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7EF42F8-2417-49A6-95CE-DE9503B0A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C6F623B-2003-4AED-B02F-541A150EC1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he-IL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CD11837A-4F3D-419F-ACE2-E80B1EA284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9411D1A-7E2C-4A36-BE32-BF7A8E1307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742BC3-654B-4E41-9A6A-73A42E47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1CD07172-CD61-45EB-BEE3-F644503E5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ADA5DB-ED12-413A-AAB5-6A8D1152E6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38" y="496090"/>
            <a:ext cx="3823215" cy="5883295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3">
            <a:extLst>
              <a:ext uri="{FF2B5EF4-FFF2-40B4-BE49-F238E27FC236}">
                <a16:creationId xmlns:a16="http://schemas.microsoft.com/office/drawing/2014/main" id="{8BA45E5C-ACB9-49E8-B4DB-5255C2376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8012" y="609602"/>
            <a:ext cx="3552006" cy="56388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497F2F1E-A2AE-E682-9AFD-E57353D76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852" y="872061"/>
            <a:ext cx="3073940" cy="182905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000" dirty="0" err="1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שלב</a:t>
            </a:r>
            <a:r>
              <a:rPr lang="en-US" sz="4000" dirty="0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4000" dirty="0" err="1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רביעי</a:t>
            </a:r>
            <a:r>
              <a:rPr lang="en-US" sz="4000" dirty="0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– </a:t>
            </a:r>
            <a:r>
              <a:rPr lang="en-US" sz="4000" dirty="0" err="1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ניסוח</a:t>
            </a:r>
            <a:r>
              <a:rPr lang="en-US" sz="4000" dirty="0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4000" dirty="0" err="1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התיקון</a:t>
            </a:r>
            <a:r>
              <a:rPr lang="en-US" sz="4000" dirty="0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4000" dirty="0" err="1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המוצע</a:t>
            </a:r>
            <a:r>
              <a:rPr lang="en-US" sz="4000" dirty="0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4000" dirty="0" err="1">
                <a:solidFill>
                  <a:srgbClr val="262626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</a:t>
            </a:r>
            <a:endParaRPr lang="en-US" sz="4000" dirty="0">
              <a:solidFill>
                <a:srgbClr val="262626"/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B7CE71A-1AC1-66E7-F588-316783505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852" y="2814623"/>
            <a:ext cx="3112851" cy="145264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 algn="ctr" rtl="0">
              <a:buNone/>
            </a:pPr>
            <a:r>
              <a:rPr lang="en-US" sz="2100" b="1" u="sng" kern="1200" cap="none" dirty="0" err="1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</a:rPr>
              <a:t>בהתאם</a:t>
            </a:r>
            <a:r>
              <a:rPr lang="en-US" sz="2100" b="1" u="sng" kern="1200" cap="none" dirty="0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100" b="1" u="sng" kern="1200" cap="none" dirty="0" err="1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</a:rPr>
              <a:t>לכללי</a:t>
            </a:r>
            <a:r>
              <a:rPr lang="en-US" sz="2100" b="1" u="sng" kern="1200" cap="none" dirty="0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100" b="1" u="sng" kern="1200" cap="none" dirty="0" err="1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</a:rPr>
              <a:t>החוברת</a:t>
            </a:r>
            <a:r>
              <a:rPr lang="en-US" sz="2100" b="1" u="sng" kern="1200" cap="none" dirty="0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en-US" sz="2100" b="1" u="sng" kern="1200" cap="none" dirty="0" err="1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</a:rPr>
              <a:t>הסגולה</a:t>
            </a:r>
            <a:endParaRPr lang="en-US" sz="2100" b="1" u="sng" kern="1200" cap="none" dirty="0">
              <a:solidFill>
                <a:srgbClr val="000000"/>
              </a:solidFill>
              <a:effectLst/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0" indent="0" algn="ctr" rtl="0">
              <a:buNone/>
            </a:pPr>
            <a:r>
              <a:rPr lang="he-IL" sz="2100" b="1" u="sng" kern="1200" cap="none" dirty="0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</a:rPr>
              <a:t>להורדת תבנית החקיקה – </a:t>
            </a:r>
            <a:r>
              <a:rPr lang="he-IL" sz="2100" b="1" u="sng" kern="1200" cap="none" dirty="0">
                <a:solidFill>
                  <a:srgbClr val="000000"/>
                </a:solidFill>
                <a:effectLst/>
                <a:latin typeface="Assistant" panose="00000500000000000000" pitchFamily="2" charset="-79"/>
                <a:cs typeface="Assistant" panose="00000500000000000000" pitchFamily="2" charset="-79"/>
                <a:hlinkClick r:id="rId5"/>
              </a:rPr>
              <a:t>לחצו כאן</a:t>
            </a:r>
            <a:endParaRPr lang="en-US" sz="2100" b="1" u="sng" kern="1200" cap="none" dirty="0">
              <a:solidFill>
                <a:srgbClr val="000000"/>
              </a:solidFill>
              <a:effectLst/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 useBgFill="1">
        <p:nvSpPr>
          <p:cNvPr id="30" name="Rectangle 25">
            <a:extLst>
              <a:ext uri="{FF2B5EF4-FFF2-40B4-BE49-F238E27FC236}">
                <a16:creationId xmlns:a16="http://schemas.microsoft.com/office/drawing/2014/main" id="{857E618C-1D7B-4A51-90C1-6106CD8A1A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491" y="0"/>
            <a:ext cx="7396509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24B49882-5EA6-50C6-2B2D-4DF1668417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794" y="-32437"/>
            <a:ext cx="5104660" cy="6783603"/>
          </a:xfrm>
          <a:prstGeom prst="rect">
            <a:avLst/>
          </a:prstGeom>
        </p:spPr>
      </p:pic>
      <p:sp>
        <p:nvSpPr>
          <p:cNvPr id="5" name="לחצן פעולה: חזרה 4">
            <a:hlinkClick r:id="rId7" action="ppaction://hlinksldjump" highlightClick="1"/>
            <a:extLst>
              <a:ext uri="{FF2B5EF4-FFF2-40B4-BE49-F238E27FC236}">
                <a16:creationId xmlns:a16="http://schemas.microsoft.com/office/drawing/2014/main" id="{B6C4AEC7-DF85-3489-EAFE-AB7DF5821FFF}"/>
              </a:ext>
            </a:extLst>
          </p:cNvPr>
          <p:cNvSpPr/>
          <p:nvPr/>
        </p:nvSpPr>
        <p:spPr>
          <a:xfrm>
            <a:off x="11331789" y="6044584"/>
            <a:ext cx="748145" cy="706582"/>
          </a:xfrm>
          <a:prstGeom prst="actionButtonRetur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927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59787D-43B9-BEE1-BA5D-4BAB9124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Assistant" pitchFamily="2" charset="-79"/>
                <a:cs typeface="Assistant" pitchFamily="2" charset="-79"/>
              </a:rPr>
              <a:t>סעיף הגדרות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8DAB444-9871-CC66-2A1A-71811ED75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>
                <a:latin typeface="Assistant" pitchFamily="2" charset="-79"/>
                <a:cs typeface="Assistant" pitchFamily="2" charset="-79"/>
              </a:rPr>
              <a:t>תמיד להעדיף הפנייה להגדרה קיימת בחוק אחר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להבחין בין חוק מתקן לבין חוק חדש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להבחין בין הגדרה לסעיף לבין הגדרה לחוק כולו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סדר </a:t>
            </a:r>
            <a:r>
              <a:rPr lang="he-IL" dirty="0" err="1">
                <a:latin typeface="Assistant" pitchFamily="2" charset="-79"/>
                <a:cs typeface="Assistant" pitchFamily="2" charset="-79"/>
              </a:rPr>
              <a:t>אלפבתי</a:t>
            </a:r>
            <a:endParaRPr lang="he-IL" dirty="0">
              <a:latin typeface="Assistant" pitchFamily="2" charset="-79"/>
              <a:cs typeface="Assistant" pitchFamily="2" charset="-79"/>
            </a:endParaRP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בלי הוראות אופרטיביות</a:t>
            </a:r>
          </a:p>
          <a:p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2AAFC2CE-5B9B-25FD-3241-61714A98B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432" y="5013343"/>
            <a:ext cx="10935926" cy="122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4767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7F2F1E-A2AE-E682-9AFD-E57353D7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 dirty="0">
                <a:latin typeface="Assistant" panose="00000500000000000000" pitchFamily="2" charset="-79"/>
                <a:cs typeface="Assistant" panose="00000500000000000000" pitchFamily="2" charset="-79"/>
              </a:rPr>
              <a:t>שלב חמישי – ניסוח דברי ההסבר</a:t>
            </a:r>
          </a:p>
        </p:txBody>
      </p:sp>
      <p:graphicFrame>
        <p:nvGraphicFramePr>
          <p:cNvPr id="6" name="דיאגרמה 5">
            <a:extLst>
              <a:ext uri="{FF2B5EF4-FFF2-40B4-BE49-F238E27FC236}">
                <a16:creationId xmlns:a16="http://schemas.microsoft.com/office/drawing/2014/main" id="{3479E97C-4974-518A-CF96-B789D33DFD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6771611"/>
              </p:ext>
            </p:extLst>
          </p:nvPr>
        </p:nvGraphicFramePr>
        <p:xfrm>
          <a:off x="2865019" y="2556931"/>
          <a:ext cx="6461959" cy="3320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לחצן פעולה: חזרה 3">
            <a:hlinkClick r:id="" action="ppaction://hlinkshowjump?jump=lastslideviewed" highlightClick="1"/>
            <a:extLst>
              <a:ext uri="{FF2B5EF4-FFF2-40B4-BE49-F238E27FC236}">
                <a16:creationId xmlns:a16="http://schemas.microsoft.com/office/drawing/2014/main" id="{E6F5FC44-3F8F-FC29-C6EF-0E3EE810FAFB}"/>
              </a:ext>
            </a:extLst>
          </p:cNvPr>
          <p:cNvSpPr/>
          <p:nvPr/>
        </p:nvSpPr>
        <p:spPr>
          <a:xfrm>
            <a:off x="741805" y="5442436"/>
            <a:ext cx="748145" cy="706582"/>
          </a:xfrm>
          <a:prstGeom prst="actionButtonReturn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81935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D16AF30-F1DC-F66E-6308-B39924510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Assistant" pitchFamily="2" charset="-79"/>
                <a:cs typeface="Assistant" pitchFamily="2" charset="-79"/>
              </a:rPr>
              <a:t>טיפים חשובים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74E9D63-E5A4-B9AA-D7CA-FF7B76E47B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89057" y="2556932"/>
            <a:ext cx="3807539" cy="3318936"/>
          </a:xfrm>
        </p:spPr>
        <p:txBody>
          <a:bodyPr/>
          <a:lstStyle/>
          <a:p>
            <a:r>
              <a:rPr lang="he-IL" dirty="0">
                <a:latin typeface="Assistant" pitchFamily="2" charset="-79"/>
                <a:cs typeface="Assistant" pitchFamily="2" charset="-79"/>
              </a:rPr>
              <a:t>קיצורים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שימוש ב"להלן" כשצריך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סדר כרונולוגי בהצעה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מישהו מת – "יוצע, יוגדר"</a:t>
            </a:r>
          </a:p>
        </p:txBody>
      </p:sp>
      <p:sp>
        <p:nvSpPr>
          <p:cNvPr id="4" name="מציין מיקום תוכן 2">
            <a:extLst>
              <a:ext uri="{FF2B5EF4-FFF2-40B4-BE49-F238E27FC236}">
                <a16:creationId xmlns:a16="http://schemas.microsoft.com/office/drawing/2014/main" id="{25A98D17-520C-8E33-AE92-6DAC55559B60}"/>
              </a:ext>
            </a:extLst>
          </p:cNvPr>
          <p:cNvSpPr txBox="1">
            <a:spLocks/>
          </p:cNvSpPr>
          <p:nvPr/>
        </p:nvSpPr>
        <p:spPr>
          <a:xfrm>
            <a:off x="2288461" y="2556932"/>
            <a:ext cx="3807539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857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>
                <a:latin typeface="Assistant" pitchFamily="2" charset="-79"/>
                <a:cs typeface="Assistant" pitchFamily="2" charset="-79"/>
              </a:rPr>
              <a:t>סוגריים ודוגמאות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למעט בסעיפי מטרה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מספורי סעיפים</a:t>
            </a:r>
          </a:p>
          <a:p>
            <a:r>
              <a:rPr lang="he-IL" dirty="0">
                <a:latin typeface="Assistant" pitchFamily="2" charset="-79"/>
                <a:cs typeface="Assistant" pitchFamily="2" charset="-79"/>
              </a:rPr>
              <a:t>אזכורים בדברי ההסבר</a:t>
            </a:r>
          </a:p>
          <a:p>
            <a:endParaRPr lang="he-IL" dirty="0">
              <a:latin typeface="Assistant" pitchFamily="2" charset="-79"/>
              <a:cs typeface="Assistant" pitchFamily="2" charset="-79"/>
            </a:endParaRPr>
          </a:p>
          <a:p>
            <a:endParaRPr lang="he-IL" dirty="0">
              <a:latin typeface="Assistant" pitchFamily="2" charset="-79"/>
              <a:cs typeface="Assistant" pitchFamily="2" charset="-79"/>
            </a:endParaRPr>
          </a:p>
          <a:p>
            <a:endParaRPr lang="he-IL" dirty="0">
              <a:latin typeface="Assistant" pitchFamily="2" charset="-79"/>
              <a:cs typeface="Assistant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640963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97F2F1E-A2AE-E682-9AFD-E57353D76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b="1" dirty="0">
                <a:latin typeface="Assistant" panose="00000500000000000000" pitchFamily="2" charset="-79"/>
                <a:cs typeface="Assistant" panose="00000500000000000000" pitchFamily="2" charset="-79"/>
              </a:rPr>
              <a:t>תרגול</a:t>
            </a:r>
          </a:p>
        </p:txBody>
      </p:sp>
    </p:spTree>
    <p:extLst>
      <p:ext uri="{BB962C8B-B14F-4D97-AF65-F5344CB8AC3E}">
        <p14:creationId xmlns:p14="http://schemas.microsoft.com/office/powerpoint/2010/main" val="181838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 descr="תמונה שמכילה טקסט, גופן, צילום מסך, מספר&#10;&#10;התיאור נוצר באופן אוטומטי">
            <a:extLst>
              <a:ext uri="{FF2B5EF4-FFF2-40B4-BE49-F238E27FC236}">
                <a16:creationId xmlns:a16="http://schemas.microsoft.com/office/drawing/2014/main" id="{674F2C97-8D5B-8398-98A1-8747CF613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817" y="679257"/>
            <a:ext cx="5219841" cy="4904798"/>
          </a:xfrm>
          <a:prstGeom prst="rect">
            <a:avLst/>
          </a:prstGeom>
        </p:spPr>
      </p:pic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E6B66300-D462-31B5-7D95-9936DB110D67}"/>
              </a:ext>
            </a:extLst>
          </p:cNvPr>
          <p:cNvSpPr txBox="1"/>
          <p:nvPr/>
        </p:nvSpPr>
        <p:spPr>
          <a:xfrm>
            <a:off x="3932808" y="5584055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2D13D748-2C06-7B08-7B49-B091225A9544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45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4DDAF8AD-9C69-C309-5D3E-13CEABEB1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8004" y="639192"/>
            <a:ext cx="5154289" cy="4965643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4DB0927D-41C8-6A17-89AA-F7DF9F6BF306}"/>
              </a:ext>
            </a:extLst>
          </p:cNvPr>
          <p:cNvSpPr txBox="1"/>
          <p:nvPr/>
        </p:nvSpPr>
        <p:spPr>
          <a:xfrm>
            <a:off x="3932808" y="5584055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073AAE9-2FF6-DA10-704A-E9F1776EEC37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736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קו&#10;&#10;התיאור נוצר באופן אוטומטי">
            <a:extLst>
              <a:ext uri="{FF2B5EF4-FFF2-40B4-BE49-F238E27FC236}">
                <a16:creationId xmlns:a16="http://schemas.microsoft.com/office/drawing/2014/main" id="{BDC1D811-0962-88A9-FD37-8E73F7CEA1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4119" y="623255"/>
            <a:ext cx="7079281" cy="4289258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8A8C53BA-6EFE-E4A8-C6E0-3776CB39341C}"/>
              </a:ext>
            </a:extLst>
          </p:cNvPr>
          <p:cNvSpPr txBox="1"/>
          <p:nvPr/>
        </p:nvSpPr>
        <p:spPr>
          <a:xfrm>
            <a:off x="4474346" y="5184560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1032F1E1-6AA6-D0D4-FAA6-E6951BA9F30E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8465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B33311FE-9223-F8DA-4EC6-0CEA5800EB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9328" y="718816"/>
            <a:ext cx="5433714" cy="4883286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AD33593-068F-FFE9-473A-E63677DB1C94}"/>
              </a:ext>
            </a:extLst>
          </p:cNvPr>
          <p:cNvSpPr txBox="1"/>
          <p:nvPr/>
        </p:nvSpPr>
        <p:spPr>
          <a:xfrm>
            <a:off x="3932808" y="5584055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8E59926-ED91-7777-757F-FC70E3DBA424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045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גופן, צילום מסך, קו&#10;&#10;התיאור נוצר באופן אוטומטי">
            <a:extLst>
              <a:ext uri="{FF2B5EF4-FFF2-40B4-BE49-F238E27FC236}">
                <a16:creationId xmlns:a16="http://schemas.microsoft.com/office/drawing/2014/main" id="{119E8639-261E-23A5-0DE8-5ACE5353C9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821" y="2517918"/>
            <a:ext cx="7973538" cy="1467055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2328E1B-4160-1912-168C-6A9B638661BA}"/>
              </a:ext>
            </a:extLst>
          </p:cNvPr>
          <p:cNvSpPr txBox="1"/>
          <p:nvPr/>
        </p:nvSpPr>
        <p:spPr>
          <a:xfrm>
            <a:off x="3932808" y="4527612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A9DEB49-E44C-F82E-D2E3-1DF9DBD632AE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01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קו&#10;&#10;התיאור נוצר באופן אוטומטי">
            <a:extLst>
              <a:ext uri="{FF2B5EF4-FFF2-40B4-BE49-F238E27FC236}">
                <a16:creationId xmlns:a16="http://schemas.microsoft.com/office/drawing/2014/main" id="{B1771B65-5ECE-3669-D90D-9645655357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310" y="2414446"/>
            <a:ext cx="7373379" cy="2029108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79DE9E9-64BF-C99A-5C34-E0DD1CCCA9A3}"/>
              </a:ext>
            </a:extLst>
          </p:cNvPr>
          <p:cNvSpPr txBox="1"/>
          <p:nvPr/>
        </p:nvSpPr>
        <p:spPr>
          <a:xfrm>
            <a:off x="3835154" y="5007006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42C067B6-18F3-24B8-23B4-927522ABF031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585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מסמך&#10;&#10;התיאור נוצר באופן אוטומטי">
            <a:extLst>
              <a:ext uri="{FF2B5EF4-FFF2-40B4-BE49-F238E27FC236}">
                <a16:creationId xmlns:a16="http://schemas.microsoft.com/office/drawing/2014/main" id="{FF5DECB9-2377-D1ED-A634-1958A0567D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046" y="639192"/>
            <a:ext cx="5188381" cy="4914639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2123C5D5-2090-995B-1C6C-1C4C37A4B7F8}"/>
              </a:ext>
            </a:extLst>
          </p:cNvPr>
          <p:cNvSpPr txBox="1"/>
          <p:nvPr/>
        </p:nvSpPr>
        <p:spPr>
          <a:xfrm>
            <a:off x="4003829" y="5553831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9D84A735-1548-1A10-1A11-EB0036B64DE2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552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8CE3FE80-7617-0014-2EE5-6517F383F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3837" y="711440"/>
            <a:ext cx="5444326" cy="4672634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6F8BF1AC-8D5B-6303-2025-D37F3AAE7147}"/>
              </a:ext>
            </a:extLst>
          </p:cNvPr>
          <p:cNvSpPr txBox="1"/>
          <p:nvPr/>
        </p:nvSpPr>
        <p:spPr>
          <a:xfrm>
            <a:off x="3932808" y="5584055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DDA6EB76-1EBF-9B61-A6D5-7AFCEF758BAE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3732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 descr="תמונה שמכילה טקסט, צילום מסך, גופן, מספר&#10;&#10;התיאור נוצר באופן אוטומטי">
            <a:extLst>
              <a:ext uri="{FF2B5EF4-FFF2-40B4-BE49-F238E27FC236}">
                <a16:creationId xmlns:a16="http://schemas.microsoft.com/office/drawing/2014/main" id="{55CA5AF8-47DE-59A1-CEE3-1E987F77C8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9832" y="640401"/>
            <a:ext cx="6607281" cy="5049268"/>
          </a:xfrm>
          <a:prstGeom prst="rect">
            <a:avLst/>
          </a:prstGeom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EF91EC4C-4643-BDC4-FB9B-8B646CF75B22}"/>
              </a:ext>
            </a:extLst>
          </p:cNvPr>
          <p:cNvSpPr txBox="1"/>
          <p:nvPr/>
        </p:nvSpPr>
        <p:spPr>
          <a:xfrm>
            <a:off x="4021585" y="5689669"/>
            <a:ext cx="384403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2800" b="1" dirty="0">
                <a:latin typeface="Assistant" panose="00000500000000000000" pitchFamily="2" charset="-79"/>
                <a:cs typeface="Assistant" panose="00000500000000000000" pitchFamily="2" charset="-79"/>
              </a:rPr>
              <a:t>בתבנית או לא בתבנית?</a:t>
            </a:r>
          </a:p>
        </p:txBody>
      </p:sp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3C1C1E6D-0A26-60B7-5224-524D6E2D7551}"/>
              </a:ext>
            </a:extLst>
          </p:cNvPr>
          <p:cNvSpPr txBox="1"/>
          <p:nvPr/>
        </p:nvSpPr>
        <p:spPr>
          <a:xfrm>
            <a:off x="745723" y="878889"/>
            <a:ext cx="2246051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3200" b="1" dirty="0">
                <a:solidFill>
                  <a:srgbClr val="92D05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בתבנית </a:t>
            </a:r>
          </a:p>
          <a:p>
            <a:pPr algn="ctr"/>
            <a:r>
              <a:rPr lang="he-IL" sz="3200" b="1" dirty="0">
                <a:solidFill>
                  <a:srgbClr val="FF0000"/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לא בתבנית</a:t>
            </a:r>
            <a:endParaRPr lang="he-IL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13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303A5D7-41C9-ED57-B821-3D81CA126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sz="5400" dirty="0">
                <a:latin typeface="Assistant" panose="00000500000000000000" pitchFamily="2" charset="-79"/>
                <a:cs typeface="Assistant" panose="00000500000000000000" pitchFamily="2" charset="-79"/>
              </a:rPr>
              <a:t>בהצלחה!</a:t>
            </a: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512D9CB-6E11-B7DC-91FD-4455D82F12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he-IL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ssistant" panose="00000500000000000000" pitchFamily="2" charset="-79"/>
                <a:ea typeface="+mj-ea"/>
                <a:cs typeface="Assistant" panose="00000500000000000000" pitchFamily="2" charset="-79"/>
              </a:rPr>
              <a:t>אנחנו כאן לרשותכם </a:t>
            </a:r>
            <a:r>
              <a:rPr lang="he-IL" sz="3200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Assistant" panose="00000500000000000000" pitchFamily="2" charset="-79"/>
                <a:ea typeface="+mj-ea"/>
                <a:cs typeface="Assistant" panose="00000500000000000000" pitchFamily="2" charset="-79"/>
                <a:sym typeface="Wingdings" panose="05000000000000000000" pitchFamily="2" charset="2"/>
              </a:rPr>
              <a:t></a:t>
            </a:r>
            <a:endParaRPr lang="he-IL" sz="3200" dirty="0">
              <a:ln w="3175" cmpd="sng"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latin typeface="Assistant" panose="00000500000000000000" pitchFamily="2" charset="-79"/>
              <a:ea typeface="+mj-ea"/>
              <a:cs typeface="Assistant" panose="00000500000000000000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864930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אורגני">
  <a:themeElements>
    <a:clrScheme name="כחול חם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אורגני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אורגני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16407</TotalTime>
  <Words>451</Words>
  <Application>Microsoft Office PowerPoint</Application>
  <PresentationFormat>מסך רחב</PresentationFormat>
  <Paragraphs>88</Paragraphs>
  <Slides>25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25</vt:i4>
      </vt:variant>
    </vt:vector>
  </HeadingPairs>
  <TitlesOfParts>
    <vt:vector size="31" baseType="lpstr">
      <vt:lpstr>Arial</vt:lpstr>
      <vt:lpstr>Assistant</vt:lpstr>
      <vt:lpstr>Calibri</vt:lpstr>
      <vt:lpstr>David</vt:lpstr>
      <vt:lpstr>Garamond</vt:lpstr>
      <vt:lpstr>אורגני</vt:lpstr>
      <vt:lpstr>מדריך להגשת הצעת חוק לדיון מוקדם</vt:lpstr>
      <vt:lpstr>המסגרת הכללית</vt:lpstr>
      <vt:lpstr>היכרות עם תהליך העבודה על הצעת חוק לדיון מוקדם</vt:lpstr>
      <vt:lpstr>מצגת של PowerPoint‏</vt:lpstr>
      <vt:lpstr>מצגת של PowerPoint‏</vt:lpstr>
      <vt:lpstr>מצגת של PowerPoint‏</vt:lpstr>
      <vt:lpstr>שלב שני – איתור החוק והסעיפים הרלוונטיים לתיקון</vt:lpstr>
      <vt:lpstr>מצגת של PowerPoint‏</vt:lpstr>
      <vt:lpstr>מצגת של PowerPoint‏</vt:lpstr>
      <vt:lpstr>שלב שלישי – נוסח משולב (חובה!)</vt:lpstr>
      <vt:lpstr>שלב רביעי – ניסוח התיקון המוצע בתבנית</vt:lpstr>
      <vt:lpstr>סעיף הגדרות</vt:lpstr>
      <vt:lpstr>שלב חמישי – ניסוח דברי ההסבר</vt:lpstr>
      <vt:lpstr>טיפים חשובים</vt:lpstr>
      <vt:lpstr>תרגול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בהצלחה!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אביה קירשנבוים לייבנר</dc:creator>
  <cp:lastModifiedBy>ברק קיבוביץ</cp:lastModifiedBy>
  <cp:revision>223</cp:revision>
  <dcterms:created xsi:type="dcterms:W3CDTF">2023-07-20T07:42:30Z</dcterms:created>
  <dcterms:modified xsi:type="dcterms:W3CDTF">2024-11-30T00:31:55Z</dcterms:modified>
</cp:coreProperties>
</file>